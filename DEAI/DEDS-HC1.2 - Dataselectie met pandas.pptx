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4"/>
  </p:sldMasterIdLst>
  <p:notesMasterIdLst>
    <p:notesMasterId r:id="rId29"/>
  </p:notesMasterIdLst>
  <p:sldIdLst>
    <p:sldId id="257" r:id="rId5"/>
    <p:sldId id="258" r:id="rId6"/>
    <p:sldId id="284" r:id="rId7"/>
    <p:sldId id="311" r:id="rId8"/>
    <p:sldId id="296" r:id="rId9"/>
    <p:sldId id="297" r:id="rId10"/>
    <p:sldId id="298" r:id="rId11"/>
    <p:sldId id="299" r:id="rId12"/>
    <p:sldId id="300" r:id="rId13"/>
    <p:sldId id="301" r:id="rId14"/>
    <p:sldId id="302" r:id="rId15"/>
    <p:sldId id="306" r:id="rId16"/>
    <p:sldId id="303" r:id="rId17"/>
    <p:sldId id="304" r:id="rId18"/>
    <p:sldId id="307" r:id="rId19"/>
    <p:sldId id="282" r:id="rId20"/>
    <p:sldId id="293" r:id="rId21"/>
    <p:sldId id="271" r:id="rId22"/>
    <p:sldId id="285" r:id="rId23"/>
    <p:sldId id="287" r:id="rId24"/>
    <p:sldId id="288" r:id="rId25"/>
    <p:sldId id="309" r:id="rId26"/>
    <p:sldId id="310" r:id="rId27"/>
    <p:sldId id="308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9C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356DF8-A9A1-4E9B-BB16-66168724F82B}" v="5" dt="2025-02-12T12:17:02.3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38B1855-1B75-4FBE-930C-398BA8C253C6}" styleName="Stijl, thema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12C8C85-51F0-491E-9774-3900AFEF0FD7}" styleName="Stijl, licht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33" autoAdjust="0"/>
  </p:normalViewPr>
  <p:slideViewPr>
    <p:cSldViewPr snapToGrid="0">
      <p:cViewPr varScale="1">
        <p:scale>
          <a:sx n="74" d="100"/>
          <a:sy n="74" d="100"/>
        </p:scale>
        <p:origin x="1013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lle van Barneveld" userId="S::jhbarnev@hhs.nl::bc7ecfdf-3719-43bf-9ebf-4e7030cd4705" providerId="AD" clId="Web-{7E648AE0-D6FF-4A95-A79E-1BC1AFFCC540}"/>
    <pc:docChg chg="modSld">
      <pc:chgData name="Jelle van Barneveld" userId="S::jhbarnev@hhs.nl::bc7ecfdf-3719-43bf-9ebf-4e7030cd4705" providerId="AD" clId="Web-{7E648AE0-D6FF-4A95-A79E-1BC1AFFCC540}" dt="2024-01-31T15:59:29.929" v="10" actId="20577"/>
      <pc:docMkLst>
        <pc:docMk/>
      </pc:docMkLst>
      <pc:sldChg chg="modSp">
        <pc:chgData name="Jelle van Barneveld" userId="S::jhbarnev@hhs.nl::bc7ecfdf-3719-43bf-9ebf-4e7030cd4705" providerId="AD" clId="Web-{7E648AE0-D6FF-4A95-A79E-1BC1AFFCC540}" dt="2024-01-31T15:59:29.929" v="10" actId="20577"/>
        <pc:sldMkLst>
          <pc:docMk/>
          <pc:sldMk cId="1818930533" sldId="279"/>
        </pc:sldMkLst>
      </pc:sldChg>
    </pc:docChg>
  </pc:docChgLst>
  <pc:docChgLst>
    <pc:chgData name="Jelle van Barneveld" userId="bc7ecfdf-3719-43bf-9ebf-4e7030cd4705" providerId="ADAL" clId="{E455AA09-3B9C-4682-BF82-9C6B1833A887}"/>
    <pc:docChg chg="undo custSel addSld delSld modSld sldOrd">
      <pc:chgData name="Jelle van Barneveld" userId="bc7ecfdf-3719-43bf-9ebf-4e7030cd4705" providerId="ADAL" clId="{E455AA09-3B9C-4682-BF82-9C6B1833A887}" dt="2024-01-24T17:34:46.717" v="4807" actId="13926"/>
      <pc:docMkLst>
        <pc:docMk/>
      </pc:docMkLst>
      <pc:sldChg chg="addSp delSp modSp mod modNotesTx">
        <pc:chgData name="Jelle van Barneveld" userId="bc7ecfdf-3719-43bf-9ebf-4e7030cd4705" providerId="ADAL" clId="{E455AA09-3B9C-4682-BF82-9C6B1833A887}" dt="2024-01-24T15:32:47.160" v="364" actId="20577"/>
        <pc:sldMkLst>
          <pc:docMk/>
          <pc:sldMk cId="1730801611" sldId="257"/>
        </pc:sldMkLst>
      </pc:sldChg>
      <pc:sldChg chg="delSp modSp mod ord modAnim modNotesTx">
        <pc:chgData name="Jelle van Barneveld" userId="bc7ecfdf-3719-43bf-9ebf-4e7030cd4705" providerId="ADAL" clId="{E455AA09-3B9C-4682-BF82-9C6B1833A887}" dt="2024-01-24T17:33:59.736" v="4801" actId="5793"/>
        <pc:sldMkLst>
          <pc:docMk/>
          <pc:sldMk cId="386274684" sldId="258"/>
        </pc:sldMkLst>
      </pc:sldChg>
      <pc:sldChg chg="addSp delSp modSp modAnim">
        <pc:chgData name="Jelle van Barneveld" userId="bc7ecfdf-3719-43bf-9ebf-4e7030cd4705" providerId="ADAL" clId="{E455AA09-3B9C-4682-BF82-9C6B1833A887}" dt="2024-01-24T17:33:54.642" v="4797" actId="5793"/>
        <pc:sldMkLst>
          <pc:docMk/>
          <pc:sldMk cId="3940238139" sldId="276"/>
        </pc:sldMkLst>
      </pc:sldChg>
      <pc:sldChg chg="modSp mod">
        <pc:chgData name="Jelle van Barneveld" userId="bc7ecfdf-3719-43bf-9ebf-4e7030cd4705" providerId="ADAL" clId="{E455AA09-3B9C-4682-BF82-9C6B1833A887}" dt="2024-01-24T17:04:35.752" v="3931" actId="20577"/>
        <pc:sldMkLst>
          <pc:docMk/>
          <pc:sldMk cId="1818930533" sldId="279"/>
        </pc:sldMkLst>
      </pc:sldChg>
      <pc:sldChg chg="del">
        <pc:chgData name="Jelle van Barneveld" userId="bc7ecfdf-3719-43bf-9ebf-4e7030cd4705" providerId="ADAL" clId="{E455AA09-3B9C-4682-BF82-9C6B1833A887}" dt="2024-01-24T17:04:15.362" v="3916" actId="47"/>
        <pc:sldMkLst>
          <pc:docMk/>
          <pc:sldMk cId="1027365407" sldId="280"/>
        </pc:sldMkLst>
      </pc:sldChg>
      <pc:sldChg chg="del">
        <pc:chgData name="Jelle van Barneveld" userId="bc7ecfdf-3719-43bf-9ebf-4e7030cd4705" providerId="ADAL" clId="{E455AA09-3B9C-4682-BF82-9C6B1833A887}" dt="2024-01-24T17:04:16.697" v="3917" actId="47"/>
        <pc:sldMkLst>
          <pc:docMk/>
          <pc:sldMk cId="1393805958" sldId="281"/>
        </pc:sldMkLst>
      </pc:sldChg>
      <pc:sldChg chg="del">
        <pc:chgData name="Jelle van Barneveld" userId="bc7ecfdf-3719-43bf-9ebf-4e7030cd4705" providerId="ADAL" clId="{E455AA09-3B9C-4682-BF82-9C6B1833A887}" dt="2024-01-24T17:04:18.075" v="3918" actId="47"/>
        <pc:sldMkLst>
          <pc:docMk/>
          <pc:sldMk cId="2451546387" sldId="282"/>
        </pc:sldMkLst>
      </pc:sldChg>
      <pc:sldChg chg="del">
        <pc:chgData name="Jelle van Barneveld" userId="bc7ecfdf-3719-43bf-9ebf-4e7030cd4705" providerId="ADAL" clId="{E455AA09-3B9C-4682-BF82-9C6B1833A887}" dt="2024-01-24T17:04:18.942" v="3919" actId="47"/>
        <pc:sldMkLst>
          <pc:docMk/>
          <pc:sldMk cId="2140939219" sldId="283"/>
        </pc:sldMkLst>
      </pc:sldChg>
      <pc:sldChg chg="add ord">
        <pc:chgData name="Jelle van Barneveld" userId="bc7ecfdf-3719-43bf-9ebf-4e7030cd4705" providerId="ADAL" clId="{E455AA09-3B9C-4682-BF82-9C6B1833A887}" dt="2024-01-24T15:33:27.590" v="377"/>
        <pc:sldMkLst>
          <pc:docMk/>
          <pc:sldMk cId="4130543000" sldId="284"/>
        </pc:sldMkLst>
      </pc:sldChg>
      <pc:sldChg chg="del">
        <pc:chgData name="Jelle van Barneveld" userId="bc7ecfdf-3719-43bf-9ebf-4e7030cd4705" providerId="ADAL" clId="{E455AA09-3B9C-4682-BF82-9C6B1833A887}" dt="2024-01-24T17:04:20.050" v="3921" actId="47"/>
        <pc:sldMkLst>
          <pc:docMk/>
          <pc:sldMk cId="620160984" sldId="285"/>
        </pc:sldMkLst>
      </pc:sldChg>
      <pc:sldChg chg="del">
        <pc:chgData name="Jelle van Barneveld" userId="bc7ecfdf-3719-43bf-9ebf-4e7030cd4705" providerId="ADAL" clId="{E455AA09-3B9C-4682-BF82-9C6B1833A887}" dt="2024-01-24T17:04:20.317" v="3922" actId="47"/>
        <pc:sldMkLst>
          <pc:docMk/>
          <pc:sldMk cId="3323039846" sldId="286"/>
        </pc:sldMkLst>
      </pc:sldChg>
      <pc:sldChg chg="del">
        <pc:chgData name="Jelle van Barneveld" userId="bc7ecfdf-3719-43bf-9ebf-4e7030cd4705" providerId="ADAL" clId="{E455AA09-3B9C-4682-BF82-9C6B1833A887}" dt="2024-01-24T17:04:20.619" v="3923" actId="47"/>
        <pc:sldMkLst>
          <pc:docMk/>
          <pc:sldMk cId="3940268296" sldId="287"/>
        </pc:sldMkLst>
      </pc:sldChg>
      <pc:sldChg chg="del">
        <pc:chgData name="Jelle van Barneveld" userId="bc7ecfdf-3719-43bf-9ebf-4e7030cd4705" providerId="ADAL" clId="{E455AA09-3B9C-4682-BF82-9C6B1833A887}" dt="2024-01-24T17:04:22.448" v="3926" actId="47"/>
        <pc:sldMkLst>
          <pc:docMk/>
          <pc:sldMk cId="149715039" sldId="288"/>
        </pc:sldMkLst>
      </pc:sldChg>
      <pc:sldChg chg="del">
        <pc:chgData name="Jelle van Barneveld" userId="bc7ecfdf-3719-43bf-9ebf-4e7030cd4705" providerId="ADAL" clId="{E455AA09-3B9C-4682-BF82-9C6B1833A887}" dt="2024-01-24T17:04:19.526" v="3920" actId="47"/>
        <pc:sldMkLst>
          <pc:docMk/>
          <pc:sldMk cId="791965057" sldId="290"/>
        </pc:sldMkLst>
      </pc:sldChg>
      <pc:sldChg chg="del">
        <pc:chgData name="Jelle van Barneveld" userId="bc7ecfdf-3719-43bf-9ebf-4e7030cd4705" providerId="ADAL" clId="{E455AA09-3B9C-4682-BF82-9C6B1833A887}" dt="2024-01-24T17:04:21.259" v="3924" actId="47"/>
        <pc:sldMkLst>
          <pc:docMk/>
          <pc:sldMk cId="3911819634" sldId="291"/>
        </pc:sldMkLst>
      </pc:sldChg>
      <pc:sldChg chg="del">
        <pc:chgData name="Jelle van Barneveld" userId="bc7ecfdf-3719-43bf-9ebf-4e7030cd4705" providerId="ADAL" clId="{E455AA09-3B9C-4682-BF82-9C6B1833A887}" dt="2024-01-24T17:04:21.849" v="3925" actId="47"/>
        <pc:sldMkLst>
          <pc:docMk/>
          <pc:sldMk cId="1347475718" sldId="292"/>
        </pc:sldMkLst>
      </pc:sldChg>
      <pc:sldChg chg="del">
        <pc:chgData name="Jelle van Barneveld" userId="bc7ecfdf-3719-43bf-9ebf-4e7030cd4705" providerId="ADAL" clId="{E455AA09-3B9C-4682-BF82-9C6B1833A887}" dt="2024-01-24T17:04:23.057" v="3927" actId="47"/>
        <pc:sldMkLst>
          <pc:docMk/>
          <pc:sldMk cId="877723012" sldId="293"/>
        </pc:sldMkLst>
      </pc:sldChg>
      <pc:sldChg chg="del">
        <pc:chgData name="Jelle van Barneveld" userId="bc7ecfdf-3719-43bf-9ebf-4e7030cd4705" providerId="ADAL" clId="{E455AA09-3B9C-4682-BF82-9C6B1833A887}" dt="2024-01-24T15:34:10.781" v="379" actId="47"/>
        <pc:sldMkLst>
          <pc:docMk/>
          <pc:sldMk cId="4111333989" sldId="294"/>
        </pc:sldMkLst>
      </pc:sldChg>
      <pc:sldChg chg="modSp add del mod">
        <pc:chgData name="Jelle van Barneveld" userId="bc7ecfdf-3719-43bf-9ebf-4e7030cd4705" providerId="ADAL" clId="{E455AA09-3B9C-4682-BF82-9C6B1833A887}" dt="2024-01-24T15:33:29.052" v="378" actId="47"/>
        <pc:sldMkLst>
          <pc:docMk/>
          <pc:sldMk cId="386884499" sldId="295"/>
        </pc:sldMkLst>
      </pc:sldChg>
      <pc:sldChg chg="add ord modAnim">
        <pc:chgData name="Jelle van Barneveld" userId="bc7ecfdf-3719-43bf-9ebf-4e7030cd4705" providerId="ADAL" clId="{E455AA09-3B9C-4682-BF82-9C6B1833A887}" dt="2024-01-24T17:31:19.941" v="4752"/>
        <pc:sldMkLst>
          <pc:docMk/>
          <pc:sldMk cId="1805510793" sldId="296"/>
        </pc:sldMkLst>
      </pc:sldChg>
      <pc:sldChg chg="modSp add ord">
        <pc:chgData name="Jelle van Barneveld" userId="bc7ecfdf-3719-43bf-9ebf-4e7030cd4705" providerId="ADAL" clId="{E455AA09-3B9C-4682-BF82-9C6B1833A887}" dt="2024-01-24T17:34:46.717" v="4807" actId="13926"/>
        <pc:sldMkLst>
          <pc:docMk/>
          <pc:sldMk cId="2530486906" sldId="297"/>
        </pc:sldMkLst>
      </pc:sldChg>
      <pc:sldChg chg="addSp delSp modSp add mod delAnim modAnim modNotesTx">
        <pc:chgData name="Jelle van Barneveld" userId="bc7ecfdf-3719-43bf-9ebf-4e7030cd4705" providerId="ADAL" clId="{E455AA09-3B9C-4682-BF82-9C6B1833A887}" dt="2024-01-24T17:31:37.107" v="4754" actId="20577"/>
        <pc:sldMkLst>
          <pc:docMk/>
          <pc:sldMk cId="3794374944" sldId="298"/>
        </pc:sldMkLst>
      </pc:sldChg>
      <pc:sldChg chg="addSp delSp modSp add mod delAnim modAnim modNotesTx">
        <pc:chgData name="Jelle van Barneveld" userId="bc7ecfdf-3719-43bf-9ebf-4e7030cd4705" providerId="ADAL" clId="{E455AA09-3B9C-4682-BF82-9C6B1833A887}" dt="2024-01-24T17:32:00.737" v="4758" actId="20577"/>
        <pc:sldMkLst>
          <pc:docMk/>
          <pc:sldMk cId="2230291211" sldId="299"/>
        </pc:sldMkLst>
      </pc:sldChg>
      <pc:sldChg chg="addSp delSp modSp add mod modAnim modNotesTx">
        <pc:chgData name="Jelle van Barneveld" userId="bc7ecfdf-3719-43bf-9ebf-4e7030cd4705" providerId="ADAL" clId="{E455AA09-3B9C-4682-BF82-9C6B1833A887}" dt="2024-01-24T17:32:22.504" v="4762" actId="20577"/>
        <pc:sldMkLst>
          <pc:docMk/>
          <pc:sldMk cId="4047502338" sldId="300"/>
        </pc:sldMkLst>
      </pc:sldChg>
      <pc:sldChg chg="addSp delSp modSp add mod delAnim modAnim modNotesTx">
        <pc:chgData name="Jelle van Barneveld" userId="bc7ecfdf-3719-43bf-9ebf-4e7030cd4705" providerId="ADAL" clId="{E455AA09-3B9C-4682-BF82-9C6B1833A887}" dt="2024-01-24T17:32:45.397" v="4766" actId="20577"/>
        <pc:sldMkLst>
          <pc:docMk/>
          <pc:sldMk cId="2958890889" sldId="301"/>
        </pc:sldMkLst>
      </pc:sldChg>
      <pc:sldChg chg="addSp delSp modSp add mod delAnim modAnim modNotesTx">
        <pc:chgData name="Jelle van Barneveld" userId="bc7ecfdf-3719-43bf-9ebf-4e7030cd4705" providerId="ADAL" clId="{E455AA09-3B9C-4682-BF82-9C6B1833A887}" dt="2024-01-24T17:33:14.123" v="4771"/>
        <pc:sldMkLst>
          <pc:docMk/>
          <pc:sldMk cId="1792658840" sldId="302"/>
        </pc:sldMkLst>
      </pc:sldChg>
      <pc:sldChg chg="addSp delSp modSp add mod ord delAnim modAnim modNotesTx">
        <pc:chgData name="Jelle van Barneveld" userId="bc7ecfdf-3719-43bf-9ebf-4e7030cd4705" providerId="ADAL" clId="{E455AA09-3B9C-4682-BF82-9C6B1833A887}" dt="2024-01-24T17:33:26.617" v="4773" actId="20577"/>
        <pc:sldMkLst>
          <pc:docMk/>
          <pc:sldMk cId="3911425214" sldId="303"/>
        </pc:sldMkLst>
      </pc:sldChg>
      <pc:sldChg chg="addSp delSp modSp add mod delAnim modNotesTx">
        <pc:chgData name="Jelle van Barneveld" userId="bc7ecfdf-3719-43bf-9ebf-4e7030cd4705" providerId="ADAL" clId="{E455AA09-3B9C-4682-BF82-9C6B1833A887}" dt="2024-01-24T17:33:31.082" v="4774" actId="20577"/>
        <pc:sldMkLst>
          <pc:docMk/>
          <pc:sldMk cId="4064038895" sldId="304"/>
        </pc:sldMkLst>
      </pc:sldChg>
      <pc:sldChg chg="modSp add del mod">
        <pc:chgData name="Jelle van Barneveld" userId="bc7ecfdf-3719-43bf-9ebf-4e7030cd4705" providerId="ADAL" clId="{E455AA09-3B9C-4682-BF82-9C6B1833A887}" dt="2024-01-24T17:23:40.357" v="4081" actId="47"/>
        <pc:sldMkLst>
          <pc:docMk/>
          <pc:sldMk cId="722172553" sldId="305"/>
        </pc:sldMkLst>
      </pc:sldChg>
      <pc:sldChg chg="modSp add mod modNotesTx">
        <pc:chgData name="Jelle van Barneveld" userId="bc7ecfdf-3719-43bf-9ebf-4e7030cd4705" providerId="ADAL" clId="{E455AA09-3B9C-4682-BF82-9C6B1833A887}" dt="2024-01-24T17:33:20.245" v="4772" actId="20577"/>
        <pc:sldMkLst>
          <pc:docMk/>
          <pc:sldMk cId="1385492919" sldId="306"/>
        </pc:sldMkLst>
      </pc:sldChg>
      <pc:sldChg chg="addSp delSp modSp add mod modAnim modNotesTx">
        <pc:chgData name="Jelle van Barneveld" userId="bc7ecfdf-3719-43bf-9ebf-4e7030cd4705" providerId="ADAL" clId="{E455AA09-3B9C-4682-BF82-9C6B1833A887}" dt="2024-01-24T17:33:41.629" v="4777"/>
        <pc:sldMkLst>
          <pc:docMk/>
          <pc:sldMk cId="1644781248" sldId="307"/>
        </pc:sldMkLst>
      </pc:sldChg>
      <pc:sldChg chg="add del">
        <pc:chgData name="Jelle van Barneveld" userId="bc7ecfdf-3719-43bf-9ebf-4e7030cd4705" providerId="ADAL" clId="{E455AA09-3B9C-4682-BF82-9C6B1833A887}" dt="2024-01-24T17:23:03.315" v="4073"/>
        <pc:sldMkLst>
          <pc:docMk/>
          <pc:sldMk cId="2589663280" sldId="308"/>
        </pc:sldMkLst>
      </pc:sldChg>
    </pc:docChg>
  </pc:docChgLst>
  <pc:docChgLst>
    <pc:chgData name="Jelle van Barneveld" userId="bc7ecfdf-3719-43bf-9ebf-4e7030cd4705" providerId="ADAL" clId="{708B942F-F5D1-4698-A371-4359FC22A920}"/>
    <pc:docChg chg="undo redo custSel addSld delSld modSld sldOrd">
      <pc:chgData name="Jelle van Barneveld" userId="bc7ecfdf-3719-43bf-9ebf-4e7030cd4705" providerId="ADAL" clId="{708B942F-F5D1-4698-A371-4359FC22A920}" dt="2023-12-18T15:18:42.072" v="4154" actId="1076"/>
      <pc:docMkLst>
        <pc:docMk/>
      </pc:docMkLst>
      <pc:sldChg chg="addSp delSp modSp mod">
        <pc:chgData name="Jelle van Barneveld" userId="bc7ecfdf-3719-43bf-9ebf-4e7030cd4705" providerId="ADAL" clId="{708B942F-F5D1-4698-A371-4359FC22A920}" dt="2023-12-18T15:06:56.084" v="3781" actId="14100"/>
        <pc:sldMkLst>
          <pc:docMk/>
          <pc:sldMk cId="1730801611" sldId="257"/>
        </pc:sldMkLst>
      </pc:sldChg>
      <pc:sldChg chg="delSp modSp mod delAnim modAnim">
        <pc:chgData name="Jelle van Barneveld" userId="bc7ecfdf-3719-43bf-9ebf-4e7030cd4705" providerId="ADAL" clId="{708B942F-F5D1-4698-A371-4359FC22A920}" dt="2023-12-18T14:49:16.933" v="2466"/>
        <pc:sldMkLst>
          <pc:docMk/>
          <pc:sldMk cId="386274684" sldId="258"/>
        </pc:sldMkLst>
      </pc:sldChg>
      <pc:sldChg chg="del">
        <pc:chgData name="Jelle van Barneveld" userId="bc7ecfdf-3719-43bf-9ebf-4e7030cd4705" providerId="ADAL" clId="{708B942F-F5D1-4698-A371-4359FC22A920}" dt="2023-12-15T13:25:24.461" v="45" actId="47"/>
        <pc:sldMkLst>
          <pc:docMk/>
          <pc:sldMk cId="4105835757" sldId="259"/>
        </pc:sldMkLst>
      </pc:sldChg>
      <pc:sldChg chg="del">
        <pc:chgData name="Jelle van Barneveld" userId="bc7ecfdf-3719-43bf-9ebf-4e7030cd4705" providerId="ADAL" clId="{708B942F-F5D1-4698-A371-4359FC22A920}" dt="2023-12-15T13:26:08.052" v="75" actId="47"/>
        <pc:sldMkLst>
          <pc:docMk/>
          <pc:sldMk cId="2341901634" sldId="260"/>
        </pc:sldMkLst>
      </pc:sldChg>
      <pc:sldChg chg="del">
        <pc:chgData name="Jelle van Barneveld" userId="bc7ecfdf-3719-43bf-9ebf-4e7030cd4705" providerId="ADAL" clId="{708B942F-F5D1-4698-A371-4359FC22A920}" dt="2023-12-18T15:03:03.031" v="3638" actId="47"/>
        <pc:sldMkLst>
          <pc:docMk/>
          <pc:sldMk cId="3034560626" sldId="261"/>
        </pc:sldMkLst>
      </pc:sldChg>
      <pc:sldChg chg="delSp modSp del mod modAnim">
        <pc:chgData name="Jelle van Barneveld" userId="bc7ecfdf-3719-43bf-9ebf-4e7030cd4705" providerId="ADAL" clId="{708B942F-F5D1-4698-A371-4359FC22A920}" dt="2023-12-15T13:31:09.527" v="129" actId="47"/>
        <pc:sldMkLst>
          <pc:docMk/>
          <pc:sldMk cId="2749361253" sldId="262"/>
        </pc:sldMkLst>
      </pc:sldChg>
      <pc:sldChg chg="del">
        <pc:chgData name="Jelle van Barneveld" userId="bc7ecfdf-3719-43bf-9ebf-4e7030cd4705" providerId="ADAL" clId="{708B942F-F5D1-4698-A371-4359FC22A920}" dt="2023-12-18T15:03:08.339" v="3642" actId="47"/>
        <pc:sldMkLst>
          <pc:docMk/>
          <pc:sldMk cId="3954579892" sldId="263"/>
        </pc:sldMkLst>
      </pc:sldChg>
      <pc:sldChg chg="del">
        <pc:chgData name="Jelle van Barneveld" userId="bc7ecfdf-3719-43bf-9ebf-4e7030cd4705" providerId="ADAL" clId="{708B942F-F5D1-4698-A371-4359FC22A920}" dt="2023-12-18T15:03:01.691" v="3636" actId="47"/>
        <pc:sldMkLst>
          <pc:docMk/>
          <pc:sldMk cId="3054568599" sldId="264"/>
        </pc:sldMkLst>
      </pc:sldChg>
      <pc:sldChg chg="del">
        <pc:chgData name="Jelle van Barneveld" userId="bc7ecfdf-3719-43bf-9ebf-4e7030cd4705" providerId="ADAL" clId="{708B942F-F5D1-4698-A371-4359FC22A920}" dt="2023-12-18T15:03:02.619" v="3637" actId="47"/>
        <pc:sldMkLst>
          <pc:docMk/>
          <pc:sldMk cId="3324382419" sldId="265"/>
        </pc:sldMkLst>
      </pc:sldChg>
      <pc:sldChg chg="del">
        <pc:chgData name="Jelle van Barneveld" userId="bc7ecfdf-3719-43bf-9ebf-4e7030cd4705" providerId="ADAL" clId="{708B942F-F5D1-4698-A371-4359FC22A920}" dt="2023-12-18T15:03:05.127" v="3639" actId="47"/>
        <pc:sldMkLst>
          <pc:docMk/>
          <pc:sldMk cId="2620483378" sldId="266"/>
        </pc:sldMkLst>
      </pc:sldChg>
      <pc:sldChg chg="del">
        <pc:chgData name="Jelle van Barneveld" userId="bc7ecfdf-3719-43bf-9ebf-4e7030cd4705" providerId="ADAL" clId="{708B942F-F5D1-4698-A371-4359FC22A920}" dt="2023-12-18T15:03:05.939" v="3640" actId="47"/>
        <pc:sldMkLst>
          <pc:docMk/>
          <pc:sldMk cId="1854274874" sldId="267"/>
        </pc:sldMkLst>
      </pc:sldChg>
      <pc:sldChg chg="del">
        <pc:chgData name="Jelle van Barneveld" userId="bc7ecfdf-3719-43bf-9ebf-4e7030cd4705" providerId="ADAL" clId="{708B942F-F5D1-4698-A371-4359FC22A920}" dt="2023-12-18T15:03:19.907" v="3646" actId="47"/>
        <pc:sldMkLst>
          <pc:docMk/>
          <pc:sldMk cId="1357951039" sldId="268"/>
        </pc:sldMkLst>
      </pc:sldChg>
      <pc:sldChg chg="del">
        <pc:chgData name="Jelle van Barneveld" userId="bc7ecfdf-3719-43bf-9ebf-4e7030cd4705" providerId="ADAL" clId="{708B942F-F5D1-4698-A371-4359FC22A920}" dt="2023-12-18T15:03:07.439" v="3641" actId="47"/>
        <pc:sldMkLst>
          <pc:docMk/>
          <pc:sldMk cId="3171147684" sldId="269"/>
        </pc:sldMkLst>
      </pc:sldChg>
      <pc:sldChg chg="del">
        <pc:chgData name="Jelle van Barneveld" userId="bc7ecfdf-3719-43bf-9ebf-4e7030cd4705" providerId="ADAL" clId="{708B942F-F5D1-4698-A371-4359FC22A920}" dt="2023-12-15T13:26:08.633" v="76" actId="47"/>
        <pc:sldMkLst>
          <pc:docMk/>
          <pc:sldMk cId="768072587" sldId="270"/>
        </pc:sldMkLst>
      </pc:sldChg>
      <pc:sldChg chg="addSp delSp modSp add del mod modAnim">
        <pc:chgData name="Jelle van Barneveld" userId="bc7ecfdf-3719-43bf-9ebf-4e7030cd4705" providerId="ADAL" clId="{708B942F-F5D1-4698-A371-4359FC22A920}" dt="2023-12-18T14:47:32.236" v="2451" actId="47"/>
        <pc:sldMkLst>
          <pc:docMk/>
          <pc:sldMk cId="3865129809" sldId="270"/>
        </pc:sldMkLst>
      </pc:sldChg>
      <pc:sldChg chg="addSp delSp modSp new mod modNotesTx">
        <pc:chgData name="Jelle van Barneveld" userId="bc7ecfdf-3719-43bf-9ebf-4e7030cd4705" providerId="ADAL" clId="{708B942F-F5D1-4698-A371-4359FC22A920}" dt="2023-12-15T14:13:26.024" v="1450" actId="1076"/>
        <pc:sldMkLst>
          <pc:docMk/>
          <pc:sldMk cId="1171355929" sldId="271"/>
        </pc:sldMkLst>
      </pc:sldChg>
      <pc:sldChg chg="del">
        <pc:chgData name="Jelle van Barneveld" userId="bc7ecfdf-3719-43bf-9ebf-4e7030cd4705" providerId="ADAL" clId="{708B942F-F5D1-4698-A371-4359FC22A920}" dt="2023-12-15T13:26:09.036" v="77" actId="47"/>
        <pc:sldMkLst>
          <pc:docMk/>
          <pc:sldMk cId="3502402419" sldId="271"/>
        </pc:sldMkLst>
      </pc:sldChg>
      <pc:sldChg chg="addSp delSp modSp add mod">
        <pc:chgData name="Jelle van Barneveld" userId="bc7ecfdf-3719-43bf-9ebf-4e7030cd4705" providerId="ADAL" clId="{708B942F-F5D1-4698-A371-4359FC22A920}" dt="2023-12-18T15:00:25.511" v="3569" actId="20577"/>
        <pc:sldMkLst>
          <pc:docMk/>
          <pc:sldMk cId="916221945" sldId="272"/>
        </pc:sldMkLst>
      </pc:sldChg>
      <pc:sldChg chg="del">
        <pc:chgData name="Jelle van Barneveld" userId="bc7ecfdf-3719-43bf-9ebf-4e7030cd4705" providerId="ADAL" clId="{708B942F-F5D1-4698-A371-4359FC22A920}" dt="2023-12-15T13:26:09.402" v="78" actId="47"/>
        <pc:sldMkLst>
          <pc:docMk/>
          <pc:sldMk cId="3555793123" sldId="272"/>
        </pc:sldMkLst>
      </pc:sldChg>
      <pc:sldChg chg="del">
        <pc:chgData name="Jelle van Barneveld" userId="bc7ecfdf-3719-43bf-9ebf-4e7030cd4705" providerId="ADAL" clId="{708B942F-F5D1-4698-A371-4359FC22A920}" dt="2023-12-15T13:26:09.782" v="79" actId="47"/>
        <pc:sldMkLst>
          <pc:docMk/>
          <pc:sldMk cId="1044990980" sldId="273"/>
        </pc:sldMkLst>
      </pc:sldChg>
      <pc:sldChg chg="addSp delSp modSp new mod">
        <pc:chgData name="Jelle van Barneveld" userId="bc7ecfdf-3719-43bf-9ebf-4e7030cd4705" providerId="ADAL" clId="{708B942F-F5D1-4698-A371-4359FC22A920}" dt="2023-12-18T14:59:46.892" v="3546" actId="20577"/>
        <pc:sldMkLst>
          <pc:docMk/>
          <pc:sldMk cId="3146138737" sldId="273"/>
        </pc:sldMkLst>
      </pc:sldChg>
      <pc:sldChg chg="del">
        <pc:chgData name="Jelle van Barneveld" userId="bc7ecfdf-3719-43bf-9ebf-4e7030cd4705" providerId="ADAL" clId="{708B942F-F5D1-4698-A371-4359FC22A920}" dt="2023-12-15T13:26:10.150" v="80" actId="47"/>
        <pc:sldMkLst>
          <pc:docMk/>
          <pc:sldMk cId="513541064" sldId="274"/>
        </pc:sldMkLst>
      </pc:sldChg>
      <pc:sldChg chg="addSp delSp modSp add mod ord">
        <pc:chgData name="Jelle van Barneveld" userId="bc7ecfdf-3719-43bf-9ebf-4e7030cd4705" providerId="ADAL" clId="{708B942F-F5D1-4698-A371-4359FC22A920}" dt="2023-12-18T15:18:08.720" v="4086" actId="122"/>
        <pc:sldMkLst>
          <pc:docMk/>
          <pc:sldMk cId="3315825874" sldId="274"/>
        </pc:sldMkLst>
      </pc:sldChg>
      <pc:sldChg chg="addSp delSp modSp new mod">
        <pc:chgData name="Jelle van Barneveld" userId="bc7ecfdf-3719-43bf-9ebf-4e7030cd4705" providerId="ADAL" clId="{708B942F-F5D1-4698-A371-4359FC22A920}" dt="2023-12-18T14:59:21.174" v="3510" actId="1076"/>
        <pc:sldMkLst>
          <pc:docMk/>
          <pc:sldMk cId="139636272" sldId="275"/>
        </pc:sldMkLst>
      </pc:sldChg>
      <pc:sldChg chg="del">
        <pc:chgData name="Jelle van Barneveld" userId="bc7ecfdf-3719-43bf-9ebf-4e7030cd4705" providerId="ADAL" clId="{708B942F-F5D1-4698-A371-4359FC22A920}" dt="2023-12-15T13:26:10.692" v="81" actId="47"/>
        <pc:sldMkLst>
          <pc:docMk/>
          <pc:sldMk cId="3522378405" sldId="275"/>
        </pc:sldMkLst>
      </pc:sldChg>
      <pc:sldChg chg="modSp add mod ord modAnim">
        <pc:chgData name="Jelle van Barneveld" userId="bc7ecfdf-3719-43bf-9ebf-4e7030cd4705" providerId="ADAL" clId="{708B942F-F5D1-4698-A371-4359FC22A920}" dt="2023-12-18T15:03:28.714" v="3663"/>
        <pc:sldMkLst>
          <pc:docMk/>
          <pc:sldMk cId="3940238139" sldId="276"/>
        </pc:sldMkLst>
      </pc:sldChg>
      <pc:sldChg chg="add del ord">
        <pc:chgData name="Jelle van Barneveld" userId="bc7ecfdf-3719-43bf-9ebf-4e7030cd4705" providerId="ADAL" clId="{708B942F-F5D1-4698-A371-4359FC22A920}" dt="2023-12-18T15:07:26.984" v="3782" actId="47"/>
        <pc:sldMkLst>
          <pc:docMk/>
          <pc:sldMk cId="903768328" sldId="277"/>
        </pc:sldMkLst>
      </pc:sldChg>
      <pc:sldChg chg="addSp delSp modSp add mod ord">
        <pc:chgData name="Jelle van Barneveld" userId="bc7ecfdf-3719-43bf-9ebf-4e7030cd4705" providerId="ADAL" clId="{708B942F-F5D1-4698-A371-4359FC22A920}" dt="2023-12-18T15:06:44.296" v="3770" actId="20577"/>
        <pc:sldMkLst>
          <pc:docMk/>
          <pc:sldMk cId="4253156847" sldId="278"/>
        </pc:sldMkLst>
      </pc:sldChg>
      <pc:sldChg chg="addSp delSp modSp add mod modAnim">
        <pc:chgData name="Jelle van Barneveld" userId="bc7ecfdf-3719-43bf-9ebf-4e7030cd4705" providerId="ADAL" clId="{708B942F-F5D1-4698-A371-4359FC22A920}" dt="2023-12-18T15:18:42.072" v="4154" actId="1076"/>
        <pc:sldMkLst>
          <pc:docMk/>
          <pc:sldMk cId="1818930533" sldId="279"/>
        </pc:sldMkLst>
      </pc:sldChg>
    </pc:docChg>
  </pc:docChgLst>
  <pc:docChgLst>
    <pc:chgData name="Jelle van Barneveld" userId="bc7ecfdf-3719-43bf-9ebf-4e7030cd4705" providerId="ADAL" clId="{4F3BAB70-127D-4A76-9A27-FC888270378E}"/>
    <pc:docChg chg="modSld">
      <pc:chgData name="Jelle van Barneveld" userId="bc7ecfdf-3719-43bf-9ebf-4e7030cd4705" providerId="ADAL" clId="{4F3BAB70-127D-4A76-9A27-FC888270378E}" dt="2023-02-09T12:21:53.182" v="4"/>
      <pc:docMkLst>
        <pc:docMk/>
      </pc:docMkLst>
      <pc:sldChg chg="modAnim">
        <pc:chgData name="Jelle van Barneveld" userId="bc7ecfdf-3719-43bf-9ebf-4e7030cd4705" providerId="ADAL" clId="{4F3BAB70-127D-4A76-9A27-FC888270378E}" dt="2023-02-09T12:21:53.182" v="4"/>
        <pc:sldMkLst>
          <pc:docMk/>
          <pc:sldMk cId="386274684" sldId="258"/>
        </pc:sldMkLst>
      </pc:sldChg>
    </pc:docChg>
  </pc:docChgLst>
  <pc:docChgLst>
    <pc:chgData name="Jelle van Barneveld" userId="bc7ecfdf-3719-43bf-9ebf-4e7030cd4705" providerId="ADAL" clId="{75735625-5979-4DB1-832E-ADEBB1A72460}"/>
    <pc:docChg chg="modSld">
      <pc:chgData name="Jelle van Barneveld" userId="bc7ecfdf-3719-43bf-9ebf-4e7030cd4705" providerId="ADAL" clId="{75735625-5979-4DB1-832E-ADEBB1A72460}" dt="2023-02-10T10:32:44.376" v="20" actId="20577"/>
      <pc:docMkLst>
        <pc:docMk/>
      </pc:docMkLst>
      <pc:sldChg chg="modAnim">
        <pc:chgData name="Jelle van Barneveld" userId="bc7ecfdf-3719-43bf-9ebf-4e7030cd4705" providerId="ADAL" clId="{75735625-5979-4DB1-832E-ADEBB1A72460}" dt="2023-02-10T10:24:04.602" v="2"/>
        <pc:sldMkLst>
          <pc:docMk/>
          <pc:sldMk cId="2749361253" sldId="262"/>
        </pc:sldMkLst>
      </pc:sldChg>
      <pc:sldChg chg="modAnim">
        <pc:chgData name="Jelle van Barneveld" userId="bc7ecfdf-3719-43bf-9ebf-4e7030cd4705" providerId="ADAL" clId="{75735625-5979-4DB1-832E-ADEBB1A72460}" dt="2023-02-10T10:23:50.253" v="0"/>
        <pc:sldMkLst>
          <pc:docMk/>
          <pc:sldMk cId="3054568599" sldId="264"/>
        </pc:sldMkLst>
      </pc:sldChg>
      <pc:sldChg chg="modSp mod">
        <pc:chgData name="Jelle van Barneveld" userId="bc7ecfdf-3719-43bf-9ebf-4e7030cd4705" providerId="ADAL" clId="{75735625-5979-4DB1-832E-ADEBB1A72460}" dt="2023-02-10T10:32:44.376" v="20" actId="20577"/>
        <pc:sldMkLst>
          <pc:docMk/>
          <pc:sldMk cId="3171147684" sldId="269"/>
        </pc:sldMkLst>
      </pc:sldChg>
    </pc:docChg>
  </pc:docChgLst>
  <pc:docChgLst>
    <pc:chgData name="Jelle van Barneveld" userId="bc7ecfdf-3719-43bf-9ebf-4e7030cd4705" providerId="ADAL" clId="{F1ECA382-3C33-4677-B2FF-410B76F843BC}"/>
    <pc:docChg chg="modSld">
      <pc:chgData name="Jelle van Barneveld" userId="bc7ecfdf-3719-43bf-9ebf-4e7030cd4705" providerId="ADAL" clId="{F1ECA382-3C33-4677-B2FF-410B76F843BC}" dt="2025-01-28T14:54:53.941" v="3" actId="20577"/>
      <pc:docMkLst>
        <pc:docMk/>
      </pc:docMkLst>
      <pc:sldChg chg="modSp">
        <pc:chgData name="Jelle van Barneveld" userId="bc7ecfdf-3719-43bf-9ebf-4e7030cd4705" providerId="ADAL" clId="{F1ECA382-3C33-4677-B2FF-410B76F843BC}" dt="2025-01-28T14:54:50.057" v="1" actId="20577"/>
        <pc:sldMkLst>
          <pc:docMk/>
          <pc:sldMk cId="386274684" sldId="258"/>
        </pc:sldMkLst>
        <pc:spChg chg="mod">
          <ac:chgData name="Jelle van Barneveld" userId="bc7ecfdf-3719-43bf-9ebf-4e7030cd4705" providerId="ADAL" clId="{F1ECA382-3C33-4677-B2FF-410B76F843BC}" dt="2025-01-28T14:54:50.057" v="1" actId="20577"/>
          <ac:spMkLst>
            <pc:docMk/>
            <pc:sldMk cId="386274684" sldId="258"/>
            <ac:spMk id="15" creationId="{B00320AE-CE57-9D64-F411-B113070D2BCC}"/>
          </ac:spMkLst>
        </pc:spChg>
      </pc:sldChg>
      <pc:sldChg chg="modSp mod">
        <pc:chgData name="Jelle van Barneveld" userId="bc7ecfdf-3719-43bf-9ebf-4e7030cd4705" providerId="ADAL" clId="{F1ECA382-3C33-4677-B2FF-410B76F843BC}" dt="2025-01-28T14:54:53.941" v="3" actId="20577"/>
        <pc:sldMkLst>
          <pc:docMk/>
          <pc:sldMk cId="830348166" sldId="308"/>
        </pc:sldMkLst>
        <pc:spChg chg="mod">
          <ac:chgData name="Jelle van Barneveld" userId="bc7ecfdf-3719-43bf-9ebf-4e7030cd4705" providerId="ADAL" clId="{F1ECA382-3C33-4677-B2FF-410B76F843BC}" dt="2025-01-28T14:54:53.941" v="3" actId="20577"/>
          <ac:spMkLst>
            <pc:docMk/>
            <pc:sldMk cId="830348166" sldId="308"/>
            <ac:spMk id="15" creationId="{B00320AE-CE57-9D64-F411-B113070D2BCC}"/>
          </ac:spMkLst>
        </pc:spChg>
      </pc:sldChg>
    </pc:docChg>
  </pc:docChgLst>
  <pc:docChgLst>
    <pc:chgData name="Jelle van Barneveld" userId="bc7ecfdf-3719-43bf-9ebf-4e7030cd4705" providerId="ADAL" clId="{5104D35F-7A55-4363-9CBF-7156DD850F2E}"/>
    <pc:docChg chg="custSel modSld">
      <pc:chgData name="Jelle van Barneveld" userId="bc7ecfdf-3719-43bf-9ebf-4e7030cd4705" providerId="ADAL" clId="{5104D35F-7A55-4363-9CBF-7156DD850F2E}" dt="2023-02-09T14:13:53.017" v="30" actId="1076"/>
      <pc:docMkLst>
        <pc:docMk/>
      </pc:docMkLst>
      <pc:sldChg chg="addSp delSp modSp mod modAnim">
        <pc:chgData name="Jelle van Barneveld" userId="bc7ecfdf-3719-43bf-9ebf-4e7030cd4705" providerId="ADAL" clId="{5104D35F-7A55-4363-9CBF-7156DD850F2E}" dt="2023-02-09T14:13:53.017" v="30" actId="1076"/>
        <pc:sldMkLst>
          <pc:docMk/>
          <pc:sldMk cId="3171147684" sldId="269"/>
        </pc:sldMkLst>
      </pc:sldChg>
    </pc:docChg>
  </pc:docChgLst>
  <pc:docChgLst>
    <pc:chgData name="Jelle Barneveld" userId="bc7ecfdf-3719-43bf-9ebf-4e7030cd4705" providerId="ADAL" clId="{29997EA5-8D70-4436-9095-11A6CC45F456}"/>
    <pc:docChg chg="undo redo custSel addSld modSld">
      <pc:chgData name="Jelle Barneveld" userId="bc7ecfdf-3719-43bf-9ebf-4e7030cd4705" providerId="ADAL" clId="{29997EA5-8D70-4436-9095-11A6CC45F456}" dt="2023-02-07T23:26:08.071" v="720"/>
      <pc:docMkLst>
        <pc:docMk/>
      </pc:docMkLst>
      <pc:sldChg chg="addSp delSp modSp mod modAnim">
        <pc:chgData name="Jelle Barneveld" userId="bc7ecfdf-3719-43bf-9ebf-4e7030cd4705" providerId="ADAL" clId="{29997EA5-8D70-4436-9095-11A6CC45F456}" dt="2023-02-07T23:03:08.500" v="77" actId="20577"/>
        <pc:sldMkLst>
          <pc:docMk/>
          <pc:sldMk cId="386274684" sldId="258"/>
        </pc:sldMkLst>
      </pc:sldChg>
      <pc:sldChg chg="addSp delSp modSp add mod delAnim modAnim">
        <pc:chgData name="Jelle Barneveld" userId="bc7ecfdf-3719-43bf-9ebf-4e7030cd4705" providerId="ADAL" clId="{29997EA5-8D70-4436-9095-11A6CC45F456}" dt="2023-02-07T23:26:08.071" v="720"/>
        <pc:sldMkLst>
          <pc:docMk/>
          <pc:sldMk cId="3171147684" sldId="269"/>
        </pc:sldMkLst>
      </pc:sldChg>
    </pc:docChg>
  </pc:docChgLst>
  <pc:docChgLst>
    <pc:chgData name="Jelle Barneveld" userId="bc7ecfdf-3719-43bf-9ebf-4e7030cd4705" providerId="ADAL" clId="{BC7889E9-58AB-4E25-80BB-FA58B3894364}"/>
    <pc:docChg chg="modSld">
      <pc:chgData name="Jelle Barneveld" userId="bc7ecfdf-3719-43bf-9ebf-4e7030cd4705" providerId="ADAL" clId="{BC7889E9-58AB-4E25-80BB-FA58B3894364}" dt="2023-02-16T17:20:30.745" v="4" actId="1076"/>
      <pc:docMkLst>
        <pc:docMk/>
      </pc:docMkLst>
      <pc:sldChg chg="modSp">
        <pc:chgData name="Jelle Barneveld" userId="bc7ecfdf-3719-43bf-9ebf-4e7030cd4705" providerId="ADAL" clId="{BC7889E9-58AB-4E25-80BB-FA58B3894364}" dt="2023-02-16T17:20:30.745" v="4" actId="1076"/>
        <pc:sldMkLst>
          <pc:docMk/>
          <pc:sldMk cId="1730801611" sldId="257"/>
        </pc:sldMkLst>
      </pc:sldChg>
      <pc:sldChg chg="delSp">
        <pc:chgData name="Jelle Barneveld" userId="bc7ecfdf-3719-43bf-9ebf-4e7030cd4705" providerId="ADAL" clId="{BC7889E9-58AB-4E25-80BB-FA58B3894364}" dt="2023-02-16T17:19:52.477" v="1" actId="478"/>
        <pc:sldMkLst>
          <pc:docMk/>
          <pc:sldMk cId="2341901634" sldId="260"/>
        </pc:sldMkLst>
      </pc:sldChg>
    </pc:docChg>
  </pc:docChgLst>
  <pc:docChgLst>
    <pc:chgData name="Jelle van Barneveld" userId="bc7ecfdf-3719-43bf-9ebf-4e7030cd4705" providerId="ADAL" clId="{DE92C995-E0D1-470B-9BC9-9498238B6BFB}"/>
    <pc:docChg chg="undo redo custSel addSld delSld modSld sldOrd">
      <pc:chgData name="Jelle van Barneveld" userId="bc7ecfdf-3719-43bf-9ebf-4e7030cd4705" providerId="ADAL" clId="{DE92C995-E0D1-470B-9BC9-9498238B6BFB}" dt="2024-01-04T20:52:47.018" v="8468" actId="1076"/>
      <pc:docMkLst>
        <pc:docMk/>
      </pc:docMkLst>
      <pc:sldChg chg="addSp delSp modSp mod">
        <pc:chgData name="Jelle van Barneveld" userId="bc7ecfdf-3719-43bf-9ebf-4e7030cd4705" providerId="ADAL" clId="{DE92C995-E0D1-470B-9BC9-9498238B6BFB}" dt="2024-01-02T09:19:32.735" v="25"/>
        <pc:sldMkLst>
          <pc:docMk/>
          <pc:sldMk cId="1730801611" sldId="257"/>
        </pc:sldMkLst>
      </pc:sldChg>
      <pc:sldChg chg="addSp delSp modSp mod delAnim modAnim">
        <pc:chgData name="Jelle van Barneveld" userId="bc7ecfdf-3719-43bf-9ebf-4e7030cd4705" providerId="ADAL" clId="{DE92C995-E0D1-470B-9BC9-9498238B6BFB}" dt="2024-01-04T11:37:50.057" v="8352" actId="1076"/>
        <pc:sldMkLst>
          <pc:docMk/>
          <pc:sldMk cId="386274684" sldId="258"/>
        </pc:sldMkLst>
      </pc:sldChg>
      <pc:sldChg chg="modSp del mod">
        <pc:chgData name="Jelle van Barneveld" userId="bc7ecfdf-3719-43bf-9ebf-4e7030cd4705" providerId="ADAL" clId="{DE92C995-E0D1-470B-9BC9-9498238B6BFB}" dt="2024-01-02T13:53:55.818" v="6284" actId="47"/>
        <pc:sldMkLst>
          <pc:docMk/>
          <pc:sldMk cId="1171355929" sldId="271"/>
        </pc:sldMkLst>
      </pc:sldChg>
      <pc:sldChg chg="del">
        <pc:chgData name="Jelle van Barneveld" userId="bc7ecfdf-3719-43bf-9ebf-4e7030cd4705" providerId="ADAL" clId="{DE92C995-E0D1-470B-9BC9-9498238B6BFB}" dt="2024-01-02T13:53:57.447" v="6286" actId="47"/>
        <pc:sldMkLst>
          <pc:docMk/>
          <pc:sldMk cId="916221945" sldId="272"/>
        </pc:sldMkLst>
      </pc:sldChg>
      <pc:sldChg chg="del">
        <pc:chgData name="Jelle van Barneveld" userId="bc7ecfdf-3719-43bf-9ebf-4e7030cd4705" providerId="ADAL" clId="{DE92C995-E0D1-470B-9BC9-9498238B6BFB}" dt="2024-01-02T13:53:56.609" v="6285" actId="47"/>
        <pc:sldMkLst>
          <pc:docMk/>
          <pc:sldMk cId="3146138737" sldId="273"/>
        </pc:sldMkLst>
      </pc:sldChg>
      <pc:sldChg chg="del">
        <pc:chgData name="Jelle van Barneveld" userId="bc7ecfdf-3719-43bf-9ebf-4e7030cd4705" providerId="ADAL" clId="{DE92C995-E0D1-470B-9BC9-9498238B6BFB}" dt="2024-01-02T13:53:58.250" v="6287" actId="47"/>
        <pc:sldMkLst>
          <pc:docMk/>
          <pc:sldMk cId="3315825874" sldId="274"/>
        </pc:sldMkLst>
      </pc:sldChg>
      <pc:sldChg chg="del">
        <pc:chgData name="Jelle van Barneveld" userId="bc7ecfdf-3719-43bf-9ebf-4e7030cd4705" providerId="ADAL" clId="{DE92C995-E0D1-470B-9BC9-9498238B6BFB}" dt="2024-01-02T13:53:59.988" v="6288" actId="47"/>
        <pc:sldMkLst>
          <pc:docMk/>
          <pc:sldMk cId="139636272" sldId="275"/>
        </pc:sldMkLst>
      </pc:sldChg>
      <pc:sldChg chg="addSp delSp modSp modAnim">
        <pc:chgData name="Jelle van Barneveld" userId="bc7ecfdf-3719-43bf-9ebf-4e7030cd4705" providerId="ADAL" clId="{DE92C995-E0D1-470B-9BC9-9498238B6BFB}" dt="2024-01-04T11:39:26.399" v="8355"/>
        <pc:sldMkLst>
          <pc:docMk/>
          <pc:sldMk cId="3940238139" sldId="276"/>
        </pc:sldMkLst>
      </pc:sldChg>
      <pc:sldChg chg="del">
        <pc:chgData name="Jelle van Barneveld" userId="bc7ecfdf-3719-43bf-9ebf-4e7030cd4705" providerId="ADAL" clId="{DE92C995-E0D1-470B-9BC9-9498238B6BFB}" dt="2024-01-02T13:54:01.591" v="6289" actId="47"/>
        <pc:sldMkLst>
          <pc:docMk/>
          <pc:sldMk cId="4253156847" sldId="278"/>
        </pc:sldMkLst>
      </pc:sldChg>
      <pc:sldChg chg="addSp delSp modSp mod">
        <pc:chgData name="Jelle van Barneveld" userId="bc7ecfdf-3719-43bf-9ebf-4e7030cd4705" providerId="ADAL" clId="{DE92C995-E0D1-470B-9BC9-9498238B6BFB}" dt="2024-01-04T13:12:39.014" v="8466" actId="14100"/>
        <pc:sldMkLst>
          <pc:docMk/>
          <pc:sldMk cId="1818930533" sldId="279"/>
        </pc:sldMkLst>
      </pc:sldChg>
      <pc:sldChg chg="addSp delSp modSp add mod delAnim modAnim modNotesTx">
        <pc:chgData name="Jelle van Barneveld" userId="bc7ecfdf-3719-43bf-9ebf-4e7030cd4705" providerId="ADAL" clId="{DE92C995-E0D1-470B-9BC9-9498238B6BFB}" dt="2024-01-02T12:13:34.005" v="3532" actId="20577"/>
        <pc:sldMkLst>
          <pc:docMk/>
          <pc:sldMk cId="1027365407" sldId="280"/>
        </pc:sldMkLst>
      </pc:sldChg>
      <pc:sldChg chg="addSp delSp modSp add mod delAnim modAnim">
        <pc:chgData name="Jelle van Barneveld" userId="bc7ecfdf-3719-43bf-9ebf-4e7030cd4705" providerId="ADAL" clId="{DE92C995-E0D1-470B-9BC9-9498238B6BFB}" dt="2024-01-02T12:13:12.893" v="3518" actId="20577"/>
        <pc:sldMkLst>
          <pc:docMk/>
          <pc:sldMk cId="1393805958" sldId="281"/>
        </pc:sldMkLst>
      </pc:sldChg>
      <pc:sldChg chg="addSp delSp modSp add mod delAnim modAnim">
        <pc:chgData name="Jelle van Barneveld" userId="bc7ecfdf-3719-43bf-9ebf-4e7030cd4705" providerId="ADAL" clId="{DE92C995-E0D1-470B-9BC9-9498238B6BFB}" dt="2024-01-02T12:13:24.509" v="3519" actId="20577"/>
        <pc:sldMkLst>
          <pc:docMk/>
          <pc:sldMk cId="2451546387" sldId="282"/>
        </pc:sldMkLst>
      </pc:sldChg>
      <pc:sldChg chg="addSp delSp modSp add mod delAnim modAnim">
        <pc:chgData name="Jelle van Barneveld" userId="bc7ecfdf-3719-43bf-9ebf-4e7030cd4705" providerId="ADAL" clId="{DE92C995-E0D1-470B-9BC9-9498238B6BFB}" dt="2024-01-02T12:13:40.348" v="3533" actId="20577"/>
        <pc:sldMkLst>
          <pc:docMk/>
          <pc:sldMk cId="2140939219" sldId="283"/>
        </pc:sldMkLst>
      </pc:sldChg>
      <pc:sldChg chg="add del">
        <pc:chgData name="Jelle van Barneveld" userId="bc7ecfdf-3719-43bf-9ebf-4e7030cd4705" providerId="ADAL" clId="{DE92C995-E0D1-470B-9BC9-9498238B6BFB}" dt="2024-01-04T10:11:20.680" v="6314" actId="47"/>
        <pc:sldMkLst>
          <pc:docMk/>
          <pc:sldMk cId="2294466171" sldId="284"/>
        </pc:sldMkLst>
      </pc:sldChg>
      <pc:sldChg chg="addSp delSp modSp add del mod delAnim modAnim">
        <pc:chgData name="Jelle van Barneveld" userId="bc7ecfdf-3719-43bf-9ebf-4e7030cd4705" providerId="ADAL" clId="{DE92C995-E0D1-470B-9BC9-9498238B6BFB}" dt="2024-01-02T13:12:58.688" v="4882" actId="47"/>
        <pc:sldMkLst>
          <pc:docMk/>
          <pc:sldMk cId="4130543000" sldId="284"/>
        </pc:sldMkLst>
      </pc:sldChg>
      <pc:sldChg chg="addSp delSp modSp add mod delAnim modAnim">
        <pc:chgData name="Jelle van Barneveld" userId="bc7ecfdf-3719-43bf-9ebf-4e7030cd4705" providerId="ADAL" clId="{DE92C995-E0D1-470B-9BC9-9498238B6BFB}" dt="2024-01-04T11:05:36.945" v="7106" actId="20577"/>
        <pc:sldMkLst>
          <pc:docMk/>
          <pc:sldMk cId="620160984" sldId="285"/>
        </pc:sldMkLst>
      </pc:sldChg>
      <pc:sldChg chg="addSp delSp modSp add del mod delAnim modAnim">
        <pc:chgData name="Jelle van Barneveld" userId="bc7ecfdf-3719-43bf-9ebf-4e7030cd4705" providerId="ADAL" clId="{DE92C995-E0D1-470B-9BC9-9498238B6BFB}" dt="2024-01-02T13:12:59.593" v="4883" actId="47"/>
        <pc:sldMkLst>
          <pc:docMk/>
          <pc:sldMk cId="1805510793" sldId="285"/>
        </pc:sldMkLst>
      </pc:sldChg>
      <pc:sldChg chg="addSp delSp modSp add del mod modAnim">
        <pc:chgData name="Jelle van Barneveld" userId="bc7ecfdf-3719-43bf-9ebf-4e7030cd4705" providerId="ADAL" clId="{DE92C995-E0D1-470B-9BC9-9498238B6BFB}" dt="2024-01-02T13:13:00.546" v="4884" actId="47"/>
        <pc:sldMkLst>
          <pc:docMk/>
          <pc:sldMk cId="2530486906" sldId="286"/>
        </pc:sldMkLst>
      </pc:sldChg>
      <pc:sldChg chg="modSp add del mod">
        <pc:chgData name="Jelle van Barneveld" userId="bc7ecfdf-3719-43bf-9ebf-4e7030cd4705" providerId="ADAL" clId="{DE92C995-E0D1-470B-9BC9-9498238B6BFB}" dt="2024-01-02T12:28:06.480" v="4239" actId="47"/>
        <pc:sldMkLst>
          <pc:docMk/>
          <pc:sldMk cId="3222448888" sldId="286"/>
        </pc:sldMkLst>
      </pc:sldChg>
      <pc:sldChg chg="addSp delSp modSp add mod delAnim modAnim">
        <pc:chgData name="Jelle van Barneveld" userId="bc7ecfdf-3719-43bf-9ebf-4e7030cd4705" providerId="ADAL" clId="{DE92C995-E0D1-470B-9BC9-9498238B6BFB}" dt="2024-01-04T10:53:36.221" v="7054" actId="14100"/>
        <pc:sldMkLst>
          <pc:docMk/>
          <pc:sldMk cId="3323039846" sldId="286"/>
        </pc:sldMkLst>
      </pc:sldChg>
      <pc:sldChg chg="addSp delSp modSp add mod delAnim modAnim">
        <pc:chgData name="Jelle van Barneveld" userId="bc7ecfdf-3719-43bf-9ebf-4e7030cd4705" providerId="ADAL" clId="{DE92C995-E0D1-470B-9BC9-9498238B6BFB}" dt="2024-01-04T11:08:10.373" v="7219" actId="1076"/>
        <pc:sldMkLst>
          <pc:docMk/>
          <pc:sldMk cId="3940268296" sldId="287"/>
        </pc:sldMkLst>
      </pc:sldChg>
      <pc:sldChg chg="addSp delSp modSp add mod delAnim modAnim">
        <pc:chgData name="Jelle van Barneveld" userId="bc7ecfdf-3719-43bf-9ebf-4e7030cd4705" providerId="ADAL" clId="{DE92C995-E0D1-470B-9BC9-9498238B6BFB}" dt="2024-01-04T20:52:47.018" v="8468" actId="1076"/>
        <pc:sldMkLst>
          <pc:docMk/>
          <pc:sldMk cId="149715039" sldId="288"/>
        </pc:sldMkLst>
      </pc:sldChg>
      <pc:sldChg chg="addSp delSp modSp new del mod ord modAnim">
        <pc:chgData name="Jelle van Barneveld" userId="bc7ecfdf-3719-43bf-9ebf-4e7030cd4705" providerId="ADAL" clId="{DE92C995-E0D1-470B-9BC9-9498238B6BFB}" dt="2024-01-04T11:26:06.589" v="7880" actId="47"/>
        <pc:sldMkLst>
          <pc:docMk/>
          <pc:sldMk cId="2585420221" sldId="289"/>
        </pc:sldMkLst>
      </pc:sldChg>
      <pc:sldChg chg="addSp delSp modSp add mod delAnim">
        <pc:chgData name="Jelle van Barneveld" userId="bc7ecfdf-3719-43bf-9ebf-4e7030cd4705" providerId="ADAL" clId="{DE92C995-E0D1-470B-9BC9-9498238B6BFB}" dt="2024-01-04T11:32:46.843" v="8060" actId="20577"/>
        <pc:sldMkLst>
          <pc:docMk/>
          <pc:sldMk cId="791965057" sldId="290"/>
        </pc:sldMkLst>
      </pc:sldChg>
      <pc:sldChg chg="addSp delSp modSp add mod delAnim modAnim">
        <pc:chgData name="Jelle van Barneveld" userId="bc7ecfdf-3719-43bf-9ebf-4e7030cd4705" providerId="ADAL" clId="{DE92C995-E0D1-470B-9BC9-9498238B6BFB}" dt="2024-01-04T11:12:45.950" v="7358"/>
        <pc:sldMkLst>
          <pc:docMk/>
          <pc:sldMk cId="3911819634" sldId="291"/>
        </pc:sldMkLst>
      </pc:sldChg>
      <pc:sldChg chg="addSp delSp modSp add mod addAnim delAnim modAnim">
        <pc:chgData name="Jelle van Barneveld" userId="bc7ecfdf-3719-43bf-9ebf-4e7030cd4705" providerId="ADAL" clId="{DE92C995-E0D1-470B-9BC9-9498238B6BFB}" dt="2024-01-04T11:17:20.637" v="7646" actId="14100"/>
        <pc:sldMkLst>
          <pc:docMk/>
          <pc:sldMk cId="1347475718" sldId="292"/>
        </pc:sldMkLst>
      </pc:sldChg>
      <pc:sldChg chg="addSp delSp modSp add mod delAnim modAnim">
        <pc:chgData name="Jelle van Barneveld" userId="bc7ecfdf-3719-43bf-9ebf-4e7030cd4705" providerId="ADAL" clId="{DE92C995-E0D1-470B-9BC9-9498238B6BFB}" dt="2024-01-04T20:52:35.282" v="8467" actId="1076"/>
        <pc:sldMkLst>
          <pc:docMk/>
          <pc:sldMk cId="877723012" sldId="293"/>
        </pc:sldMkLst>
      </pc:sldChg>
    </pc:docChg>
  </pc:docChgLst>
  <pc:docChgLst>
    <pc:chgData name="Jelle van Barneveld" userId="S::jhbarnev@hhs.nl::bc7ecfdf-3719-43bf-9ebf-4e7030cd4705" providerId="AD" clId="Web-{7B3E8D86-02B4-4F82-886E-440A64A138BF}"/>
    <pc:docChg chg="modSld">
      <pc:chgData name="Jelle van Barneveld" userId="S::jhbarnev@hhs.nl::bc7ecfdf-3719-43bf-9ebf-4e7030cd4705" providerId="AD" clId="Web-{7B3E8D86-02B4-4F82-886E-440A64A138BF}" dt="2024-01-31T15:58:54.346" v="2" actId="20577"/>
      <pc:docMkLst>
        <pc:docMk/>
      </pc:docMkLst>
      <pc:sldChg chg="modSp">
        <pc:chgData name="Jelle van Barneveld" userId="S::jhbarnev@hhs.nl::bc7ecfdf-3719-43bf-9ebf-4e7030cd4705" providerId="AD" clId="Web-{7B3E8D86-02B4-4F82-886E-440A64A138BF}" dt="2024-01-31T15:58:54.346" v="2" actId="20577"/>
        <pc:sldMkLst>
          <pc:docMk/>
          <pc:sldMk cId="1818930533" sldId="279"/>
        </pc:sldMkLst>
      </pc:sldChg>
    </pc:docChg>
  </pc:docChgLst>
  <pc:docChgLst>
    <pc:chgData name="Jelle van Barneveld" userId="5d01777c010a23b8" providerId="LiveId" clId="{29ABB597-DD22-428E-9EFA-967AD30A1427}"/>
    <pc:docChg chg="custSel addSld delSld modSld sldOrd">
      <pc:chgData name="Jelle van Barneveld" userId="5d01777c010a23b8" providerId="LiveId" clId="{29ABB597-DD22-428E-9EFA-967AD30A1427}" dt="2024-06-30T19:32:11.249" v="80" actId="478"/>
      <pc:docMkLst>
        <pc:docMk/>
      </pc:docMkLst>
      <pc:sldChg chg="addSp delSp modSp mod delAnim modAnim">
        <pc:chgData name="Jelle van Barneveld" userId="5d01777c010a23b8" providerId="LiveId" clId="{29ABB597-DD22-428E-9EFA-967AD30A1427}" dt="2024-06-30T18:30:57.735" v="55"/>
        <pc:sldMkLst>
          <pc:docMk/>
          <pc:sldMk cId="386274684" sldId="258"/>
        </pc:sldMkLst>
      </pc:sldChg>
      <pc:sldChg chg="delSp modSp add mod delAnim">
        <pc:chgData name="Jelle van Barneveld" userId="5d01777c010a23b8" providerId="LiveId" clId="{29ABB597-DD22-428E-9EFA-967AD30A1427}" dt="2024-06-30T19:32:11.249" v="80" actId="478"/>
        <pc:sldMkLst>
          <pc:docMk/>
          <pc:sldMk cId="1171355929" sldId="271"/>
        </pc:sldMkLst>
      </pc:sldChg>
      <pc:sldChg chg="del">
        <pc:chgData name="Jelle van Barneveld" userId="5d01777c010a23b8" providerId="LiveId" clId="{29ABB597-DD22-428E-9EFA-967AD30A1427}" dt="2024-06-30T18:31:43.322" v="57" actId="47"/>
        <pc:sldMkLst>
          <pc:docMk/>
          <pc:sldMk cId="3940238139" sldId="276"/>
        </pc:sldMkLst>
      </pc:sldChg>
      <pc:sldChg chg="modSp mod">
        <pc:chgData name="Jelle van Barneveld" userId="5d01777c010a23b8" providerId="LiveId" clId="{29ABB597-DD22-428E-9EFA-967AD30A1427}" dt="2024-06-30T18:58:50.146" v="78" actId="20577"/>
        <pc:sldMkLst>
          <pc:docMk/>
          <pc:sldMk cId="1818930533" sldId="279"/>
        </pc:sldMkLst>
      </pc:sldChg>
      <pc:sldChg chg="modSp add">
        <pc:chgData name="Jelle van Barneveld" userId="5d01777c010a23b8" providerId="LiveId" clId="{29ABB597-DD22-428E-9EFA-967AD30A1427}" dt="2024-06-30T18:32:58.830" v="70" actId="20577"/>
        <pc:sldMkLst>
          <pc:docMk/>
          <pc:sldMk cId="1393805958" sldId="282"/>
        </pc:sldMkLst>
      </pc:sldChg>
      <pc:sldChg chg="add">
        <pc:chgData name="Jelle van Barneveld" userId="5d01777c010a23b8" providerId="LiveId" clId="{29ABB597-DD22-428E-9EFA-967AD30A1427}" dt="2024-06-30T18:31:37.590" v="56"/>
        <pc:sldMkLst>
          <pc:docMk/>
          <pc:sldMk cId="3905920826" sldId="285"/>
        </pc:sldMkLst>
      </pc:sldChg>
      <pc:sldChg chg="add">
        <pc:chgData name="Jelle van Barneveld" userId="5d01777c010a23b8" providerId="LiveId" clId="{29ABB597-DD22-428E-9EFA-967AD30A1427}" dt="2024-06-30T18:31:37.590" v="56"/>
        <pc:sldMkLst>
          <pc:docMk/>
          <pc:sldMk cId="2371454558" sldId="287"/>
        </pc:sldMkLst>
      </pc:sldChg>
      <pc:sldChg chg="add">
        <pc:chgData name="Jelle van Barneveld" userId="5d01777c010a23b8" providerId="LiveId" clId="{29ABB597-DD22-428E-9EFA-967AD30A1427}" dt="2024-06-30T18:31:37.590" v="56"/>
        <pc:sldMkLst>
          <pc:docMk/>
          <pc:sldMk cId="1684483059" sldId="288"/>
        </pc:sldMkLst>
      </pc:sldChg>
      <pc:sldChg chg="modSp add mod">
        <pc:chgData name="Jelle van Barneveld" userId="5d01777c010a23b8" providerId="LiveId" clId="{29ABB597-DD22-428E-9EFA-967AD30A1427}" dt="2024-06-30T18:54:28.977" v="76" actId="20577"/>
        <pc:sldMkLst>
          <pc:docMk/>
          <pc:sldMk cId="2212866555" sldId="289"/>
        </pc:sldMkLst>
      </pc:sldChg>
      <pc:sldChg chg="add">
        <pc:chgData name="Jelle van Barneveld" userId="5d01777c010a23b8" providerId="LiveId" clId="{29ABB597-DD22-428E-9EFA-967AD30A1427}" dt="2024-06-30T18:31:37.590" v="56"/>
        <pc:sldMkLst>
          <pc:docMk/>
          <pc:sldMk cId="1557335827" sldId="291"/>
        </pc:sldMkLst>
      </pc:sldChg>
      <pc:sldChg chg="add">
        <pc:chgData name="Jelle van Barneveld" userId="5d01777c010a23b8" providerId="LiveId" clId="{29ABB597-DD22-428E-9EFA-967AD30A1427}" dt="2024-06-30T18:31:37.590" v="56"/>
        <pc:sldMkLst>
          <pc:docMk/>
          <pc:sldMk cId="1057087363" sldId="293"/>
        </pc:sldMkLst>
      </pc:sldChg>
      <pc:sldChg chg="add ord modAnim">
        <pc:chgData name="Jelle van Barneveld" userId="5d01777c010a23b8" providerId="LiveId" clId="{29ABB597-DD22-428E-9EFA-967AD30A1427}" dt="2024-06-30T18:32:01.715" v="61"/>
        <pc:sldMkLst>
          <pc:docMk/>
          <pc:sldMk cId="830348166" sldId="308"/>
        </pc:sldMkLst>
      </pc:sldChg>
    </pc:docChg>
  </pc:docChgLst>
  <pc:docChgLst>
    <pc:chgData name="Jelle van Barneveld" userId="5d01777c010a23b8" providerId="LiveId" clId="{37356DF8-A9A1-4E9B-BB16-66168724F82B}"/>
    <pc:docChg chg="custSel addSld delSld modSld">
      <pc:chgData name="Jelle van Barneveld" userId="5d01777c010a23b8" providerId="LiveId" clId="{37356DF8-A9A1-4E9B-BB16-66168724F82B}" dt="2025-02-12T12:17:02.326" v="33" actId="1076"/>
      <pc:docMkLst>
        <pc:docMk/>
      </pc:docMkLst>
      <pc:sldChg chg="del">
        <pc:chgData name="Jelle van Barneveld" userId="5d01777c010a23b8" providerId="LiveId" clId="{37356DF8-A9A1-4E9B-BB16-66168724F82B}" dt="2025-02-12T09:08:50.702" v="0" actId="47"/>
        <pc:sldMkLst>
          <pc:docMk/>
          <pc:sldMk cId="1557335827" sldId="291"/>
        </pc:sldMkLst>
      </pc:sldChg>
      <pc:sldChg chg="addSp delSp modSp add mod delAnim">
        <pc:chgData name="Jelle van Barneveld" userId="5d01777c010a23b8" providerId="LiveId" clId="{37356DF8-A9A1-4E9B-BB16-66168724F82B}" dt="2025-02-12T12:17:02.326" v="33" actId="1076"/>
        <pc:sldMkLst>
          <pc:docMk/>
          <pc:sldMk cId="455403541" sldId="311"/>
        </pc:sldMkLst>
        <pc:spChg chg="mod">
          <ac:chgData name="Jelle van Barneveld" userId="5d01777c010a23b8" providerId="LiveId" clId="{37356DF8-A9A1-4E9B-BB16-66168724F82B}" dt="2025-02-12T12:16:32.315" v="27" actId="20577"/>
          <ac:spMkLst>
            <pc:docMk/>
            <pc:sldMk cId="455403541" sldId="311"/>
            <ac:spMk id="2" creationId="{BF69BB23-6622-1015-B83C-279FDF318EBD}"/>
          </ac:spMkLst>
        </pc:spChg>
        <pc:spChg chg="del">
          <ac:chgData name="Jelle van Barneveld" userId="5d01777c010a23b8" providerId="LiveId" clId="{37356DF8-A9A1-4E9B-BB16-66168724F82B}" dt="2025-02-12T12:16:36.116" v="28" actId="478"/>
          <ac:spMkLst>
            <pc:docMk/>
            <pc:sldMk cId="455403541" sldId="311"/>
            <ac:spMk id="4" creationId="{98DAA245-E82B-8053-C8B7-D89937AD494C}"/>
          </ac:spMkLst>
        </pc:spChg>
        <pc:spChg chg="del">
          <ac:chgData name="Jelle van Barneveld" userId="5d01777c010a23b8" providerId="LiveId" clId="{37356DF8-A9A1-4E9B-BB16-66168724F82B}" dt="2025-02-12T12:16:38.657" v="29" actId="478"/>
          <ac:spMkLst>
            <pc:docMk/>
            <pc:sldMk cId="455403541" sldId="311"/>
            <ac:spMk id="10" creationId="{7E4B2ED2-B7C3-7D06-C524-39082A87ED89}"/>
          </ac:spMkLst>
        </pc:spChg>
        <pc:spChg chg="del">
          <ac:chgData name="Jelle van Barneveld" userId="5d01777c010a23b8" providerId="LiveId" clId="{37356DF8-A9A1-4E9B-BB16-66168724F82B}" dt="2025-02-12T12:16:36.116" v="28" actId="478"/>
          <ac:spMkLst>
            <pc:docMk/>
            <pc:sldMk cId="455403541" sldId="311"/>
            <ac:spMk id="11" creationId="{6BBA0339-68BC-8CBC-22F3-C9CBCFFCEB23}"/>
          </ac:spMkLst>
        </pc:spChg>
        <pc:spChg chg="del">
          <ac:chgData name="Jelle van Barneveld" userId="5d01777c010a23b8" providerId="LiveId" clId="{37356DF8-A9A1-4E9B-BB16-66168724F82B}" dt="2025-02-12T12:16:36.116" v="28" actId="478"/>
          <ac:spMkLst>
            <pc:docMk/>
            <pc:sldMk cId="455403541" sldId="311"/>
            <ac:spMk id="12" creationId="{D054090E-E1CA-8B76-D2C9-70C0EE4B77DA}"/>
          </ac:spMkLst>
        </pc:spChg>
        <pc:spChg chg="del">
          <ac:chgData name="Jelle van Barneveld" userId="5d01777c010a23b8" providerId="LiveId" clId="{37356DF8-A9A1-4E9B-BB16-66168724F82B}" dt="2025-02-12T12:16:36.116" v="28" actId="478"/>
          <ac:spMkLst>
            <pc:docMk/>
            <pc:sldMk cId="455403541" sldId="311"/>
            <ac:spMk id="13" creationId="{440DD34F-C6CD-E6DA-B2DA-C0A9A01DE59F}"/>
          </ac:spMkLst>
        </pc:spChg>
        <pc:picChg chg="del">
          <ac:chgData name="Jelle van Barneveld" userId="5d01777c010a23b8" providerId="LiveId" clId="{37356DF8-A9A1-4E9B-BB16-66168724F82B}" dt="2025-02-12T12:16:36.116" v="28" actId="478"/>
          <ac:picMkLst>
            <pc:docMk/>
            <pc:sldMk cId="455403541" sldId="311"/>
            <ac:picMk id="6" creationId="{70DC929F-84A3-D5EA-8010-0BEE9DD14EC0}"/>
          </ac:picMkLst>
        </pc:picChg>
        <pc:picChg chg="add mod">
          <ac:chgData name="Jelle van Barneveld" userId="5d01777c010a23b8" providerId="LiveId" clId="{37356DF8-A9A1-4E9B-BB16-66168724F82B}" dt="2025-02-12T12:16:54.493" v="31" actId="1076"/>
          <ac:picMkLst>
            <pc:docMk/>
            <pc:sldMk cId="455403541" sldId="311"/>
            <ac:picMk id="1026" creationId="{F693FA11-A948-5375-F5E6-2414DA42CB74}"/>
          </ac:picMkLst>
        </pc:picChg>
        <pc:picChg chg="add mod">
          <ac:chgData name="Jelle van Barneveld" userId="5d01777c010a23b8" providerId="LiveId" clId="{37356DF8-A9A1-4E9B-BB16-66168724F82B}" dt="2025-02-12T12:17:02.326" v="33" actId="1076"/>
          <ac:picMkLst>
            <pc:docMk/>
            <pc:sldMk cId="455403541" sldId="311"/>
            <ac:picMk id="1028" creationId="{F2DF9596-75C4-70CE-E3B7-33BB8094283E}"/>
          </ac:picMkLst>
        </pc:picChg>
      </pc:sldChg>
    </pc:docChg>
  </pc:docChgLst>
  <pc:docChgLst>
    <pc:chgData name="Jelle van Barneveld" userId="5d01777c010a23b8" providerId="LiveId" clId="{5D4DC43D-79B6-4851-BD89-A915A117DF21}"/>
    <pc:docChg chg="modSld">
      <pc:chgData name="Jelle van Barneveld" userId="5d01777c010a23b8" providerId="LiveId" clId="{5D4DC43D-79B6-4851-BD89-A915A117DF21}" dt="2024-06-30T16:28:18.036" v="109" actId="20577"/>
      <pc:docMkLst>
        <pc:docMk/>
      </pc:docMkLst>
      <pc:sldChg chg="modSp mod">
        <pc:chgData name="Jelle van Barneveld" userId="5d01777c010a23b8" providerId="LiveId" clId="{5D4DC43D-79B6-4851-BD89-A915A117DF21}" dt="2024-06-30T16:28:18.036" v="109" actId="20577"/>
        <pc:sldMkLst>
          <pc:docMk/>
          <pc:sldMk cId="1818930533" sldId="279"/>
        </pc:sldMkLst>
      </pc:sldChg>
    </pc:docChg>
  </pc:docChgLst>
  <pc:docChgLst>
    <pc:chgData name="Jelle van Barneveld" userId="bc7ecfdf-3719-43bf-9ebf-4e7030cd4705" providerId="ADAL" clId="{94B20493-95C5-4B3D-B052-DBBD344246D9}"/>
    <pc:docChg chg="custSel addSld delSld modSld">
      <pc:chgData name="Jelle van Barneveld" userId="bc7ecfdf-3719-43bf-9ebf-4e7030cd4705" providerId="ADAL" clId="{94B20493-95C5-4B3D-B052-DBBD344246D9}" dt="2024-11-21T13:52:10.712" v="226" actId="1076"/>
      <pc:docMkLst>
        <pc:docMk/>
      </pc:docMkLst>
      <pc:sldChg chg="modSp mod">
        <pc:chgData name="Jelle van Barneveld" userId="bc7ecfdf-3719-43bf-9ebf-4e7030cd4705" providerId="ADAL" clId="{94B20493-95C5-4B3D-B052-DBBD344246D9}" dt="2024-11-20T14:34:08.065" v="225" actId="1076"/>
        <pc:sldMkLst>
          <pc:docMk/>
          <pc:sldMk cId="386274684" sldId="258"/>
        </pc:sldMkLst>
        <pc:spChg chg="mod">
          <ac:chgData name="Jelle van Barneveld" userId="bc7ecfdf-3719-43bf-9ebf-4e7030cd4705" providerId="ADAL" clId="{94B20493-95C5-4B3D-B052-DBBD344246D9}" dt="2024-11-20T14:34:08.065" v="225" actId="1076"/>
          <ac:spMkLst>
            <pc:docMk/>
            <pc:sldMk cId="386274684" sldId="258"/>
            <ac:spMk id="4" creationId="{55D670AF-CA2A-7CD3-78E6-04E7618049BC}"/>
          </ac:spMkLst>
        </pc:spChg>
        <pc:spChg chg="mod">
          <ac:chgData name="Jelle van Barneveld" userId="bc7ecfdf-3719-43bf-9ebf-4e7030cd4705" providerId="ADAL" clId="{94B20493-95C5-4B3D-B052-DBBD344246D9}" dt="2024-11-20T14:34:03.395" v="224" actId="1076"/>
          <ac:spMkLst>
            <pc:docMk/>
            <pc:sldMk cId="386274684" sldId="258"/>
            <ac:spMk id="10" creationId="{9D7E3A31-CC5C-65D0-AE3F-C82105742234}"/>
          </ac:spMkLst>
        </pc:spChg>
        <pc:spChg chg="mod">
          <ac:chgData name="Jelle van Barneveld" userId="bc7ecfdf-3719-43bf-9ebf-4e7030cd4705" providerId="ADAL" clId="{94B20493-95C5-4B3D-B052-DBBD344246D9}" dt="2024-11-20T14:34:00.289" v="223" actId="1076"/>
          <ac:spMkLst>
            <pc:docMk/>
            <pc:sldMk cId="386274684" sldId="258"/>
            <ac:spMk id="12" creationId="{122E8399-0D8A-6D42-3D0B-0B5678CFD30A}"/>
          </ac:spMkLst>
        </pc:spChg>
      </pc:sldChg>
      <pc:sldChg chg="modSp mod">
        <pc:chgData name="Jelle van Barneveld" userId="bc7ecfdf-3719-43bf-9ebf-4e7030cd4705" providerId="ADAL" clId="{94B20493-95C5-4B3D-B052-DBBD344246D9}" dt="2024-11-21T13:52:10.712" v="226" actId="1076"/>
        <pc:sldMkLst>
          <pc:docMk/>
          <pc:sldMk cId="1171355929" sldId="271"/>
        </pc:sldMkLst>
        <pc:spChg chg="mod">
          <ac:chgData name="Jelle van Barneveld" userId="bc7ecfdf-3719-43bf-9ebf-4e7030cd4705" providerId="ADAL" clId="{94B20493-95C5-4B3D-B052-DBBD344246D9}" dt="2024-11-21T13:52:10.712" v="226" actId="1076"/>
          <ac:spMkLst>
            <pc:docMk/>
            <pc:sldMk cId="1171355929" sldId="271"/>
            <ac:spMk id="2" creationId="{142F15BE-6D8C-CDDD-5585-3A3F6AD2EAD4}"/>
          </ac:spMkLst>
        </pc:spChg>
        <pc:spChg chg="mod">
          <ac:chgData name="Jelle van Barneveld" userId="bc7ecfdf-3719-43bf-9ebf-4e7030cd4705" providerId="ADAL" clId="{94B20493-95C5-4B3D-B052-DBBD344246D9}" dt="2024-11-20T13:20:19.750" v="3" actId="20577"/>
          <ac:spMkLst>
            <pc:docMk/>
            <pc:sldMk cId="1171355929" sldId="271"/>
            <ac:spMk id="61" creationId="{1EF7BFC4-6C77-633E-F809-E912B1F8A9E2}"/>
          </ac:spMkLst>
        </pc:spChg>
      </pc:sldChg>
      <pc:sldChg chg="del">
        <pc:chgData name="Jelle van Barneveld" userId="bc7ecfdf-3719-43bf-9ebf-4e7030cd4705" providerId="ADAL" clId="{94B20493-95C5-4B3D-B052-DBBD344246D9}" dt="2024-11-20T13:58:14.244" v="5" actId="47"/>
        <pc:sldMkLst>
          <pc:docMk/>
          <pc:sldMk cId="1818930533" sldId="279"/>
        </pc:sldMkLst>
      </pc:sldChg>
      <pc:sldChg chg="del">
        <pc:chgData name="Jelle van Barneveld" userId="bc7ecfdf-3719-43bf-9ebf-4e7030cd4705" providerId="ADAL" clId="{94B20493-95C5-4B3D-B052-DBBD344246D9}" dt="2024-11-20T14:33:33.286" v="206" actId="47"/>
        <pc:sldMkLst>
          <pc:docMk/>
          <pc:sldMk cId="2212866555" sldId="289"/>
        </pc:sldMkLst>
      </pc:sldChg>
      <pc:sldChg chg="add">
        <pc:chgData name="Jelle van Barneveld" userId="bc7ecfdf-3719-43bf-9ebf-4e7030cd4705" providerId="ADAL" clId="{94B20493-95C5-4B3D-B052-DBBD344246D9}" dt="2024-11-20T13:58:07.423" v="4"/>
        <pc:sldMkLst>
          <pc:docMk/>
          <pc:sldMk cId="2774720516" sldId="309"/>
        </pc:sldMkLst>
      </pc:sldChg>
      <pc:sldChg chg="addSp delSp modSp add mod delAnim modAnim">
        <pc:chgData name="Jelle van Barneveld" userId="bc7ecfdf-3719-43bf-9ebf-4e7030cd4705" providerId="ADAL" clId="{94B20493-95C5-4B3D-B052-DBBD344246D9}" dt="2024-11-20T14:04:12.689" v="205" actId="20577"/>
        <pc:sldMkLst>
          <pc:docMk/>
          <pc:sldMk cId="1035854341" sldId="310"/>
        </pc:sldMkLst>
        <pc:spChg chg="mod">
          <ac:chgData name="Jelle van Barneveld" userId="bc7ecfdf-3719-43bf-9ebf-4e7030cd4705" providerId="ADAL" clId="{94B20493-95C5-4B3D-B052-DBBD344246D9}" dt="2024-11-20T13:59:01.361" v="43" actId="313"/>
          <ac:spMkLst>
            <pc:docMk/>
            <pc:sldMk cId="1035854341" sldId="310"/>
            <ac:spMk id="2" creationId="{27D82D85-06E3-A89D-F8AD-301C84951769}"/>
          </ac:spMkLst>
        </pc:spChg>
        <pc:spChg chg="add mod">
          <ac:chgData name="Jelle van Barneveld" userId="bc7ecfdf-3719-43bf-9ebf-4e7030cd4705" providerId="ADAL" clId="{94B20493-95C5-4B3D-B052-DBBD344246D9}" dt="2024-11-20T13:59:54.821" v="71" actId="20577"/>
          <ac:spMkLst>
            <pc:docMk/>
            <pc:sldMk cId="1035854341" sldId="310"/>
            <ac:spMk id="4" creationId="{EB8DA046-7363-7159-6050-874B1C061255}"/>
          </ac:spMkLst>
        </pc:spChg>
        <pc:spChg chg="mod">
          <ac:chgData name="Jelle van Barneveld" userId="bc7ecfdf-3719-43bf-9ebf-4e7030cd4705" providerId="ADAL" clId="{94B20493-95C5-4B3D-B052-DBBD344246D9}" dt="2024-11-20T14:00:32.749" v="78" actId="1076"/>
          <ac:spMkLst>
            <pc:docMk/>
            <pc:sldMk cId="1035854341" sldId="310"/>
            <ac:spMk id="15" creationId="{35D025B6-EE88-7537-D9C6-754370CFEF9F}"/>
          </ac:spMkLst>
        </pc:spChg>
        <pc:spChg chg="mod">
          <ac:chgData name="Jelle van Barneveld" userId="bc7ecfdf-3719-43bf-9ebf-4e7030cd4705" providerId="ADAL" clId="{94B20493-95C5-4B3D-B052-DBBD344246D9}" dt="2024-11-20T14:01:27.070" v="102" actId="1076"/>
          <ac:spMkLst>
            <pc:docMk/>
            <pc:sldMk cId="1035854341" sldId="310"/>
            <ac:spMk id="19" creationId="{2EB3A907-C963-0BD7-6193-003F52DC0909}"/>
          </ac:spMkLst>
        </pc:spChg>
        <pc:spChg chg="add mod">
          <ac:chgData name="Jelle van Barneveld" userId="bc7ecfdf-3719-43bf-9ebf-4e7030cd4705" providerId="ADAL" clId="{94B20493-95C5-4B3D-B052-DBBD344246D9}" dt="2024-11-20T14:04:12.689" v="205" actId="20577"/>
          <ac:spMkLst>
            <pc:docMk/>
            <pc:sldMk cId="1035854341" sldId="310"/>
            <ac:spMk id="45" creationId="{BFED6427-D5F9-96D4-C192-7258E77F3B63}"/>
          </ac:spMkLst>
        </pc:spChg>
        <pc:spChg chg="add mod">
          <ac:chgData name="Jelle van Barneveld" userId="bc7ecfdf-3719-43bf-9ebf-4e7030cd4705" providerId="ADAL" clId="{94B20493-95C5-4B3D-B052-DBBD344246D9}" dt="2024-11-20T14:03:11.889" v="199" actId="1076"/>
          <ac:spMkLst>
            <pc:docMk/>
            <pc:sldMk cId="1035854341" sldId="310"/>
            <ac:spMk id="46" creationId="{4EBD49D2-8DF3-6CA8-7314-7D06787C9C35}"/>
          </ac:spMkLst>
        </pc:spChg>
        <pc:picChg chg="add mod">
          <ac:chgData name="Jelle van Barneveld" userId="bc7ecfdf-3719-43bf-9ebf-4e7030cd4705" providerId="ADAL" clId="{94B20493-95C5-4B3D-B052-DBBD344246D9}" dt="2024-11-20T14:00:30.054" v="77" actId="14100"/>
          <ac:picMkLst>
            <pc:docMk/>
            <pc:sldMk cId="1035854341" sldId="310"/>
            <ac:picMk id="11" creationId="{62B83896-2CD0-7E0F-3BE0-3A7BD3FF96BC}"/>
          </ac:picMkLst>
        </pc:picChg>
        <pc:picChg chg="add mod">
          <ac:chgData name="Jelle van Barneveld" userId="bc7ecfdf-3719-43bf-9ebf-4e7030cd4705" providerId="ADAL" clId="{94B20493-95C5-4B3D-B052-DBBD344246D9}" dt="2024-11-20T14:01:41.203" v="108" actId="1076"/>
          <ac:picMkLst>
            <pc:docMk/>
            <pc:sldMk cId="1035854341" sldId="310"/>
            <ac:picMk id="14" creationId="{7F1993FD-B1ED-0DC6-6A23-07BDE7D1DB6E}"/>
          </ac:picMkLst>
        </pc:picChg>
        <pc:picChg chg="add mod">
          <ac:chgData name="Jelle van Barneveld" userId="bc7ecfdf-3719-43bf-9ebf-4e7030cd4705" providerId="ADAL" clId="{94B20493-95C5-4B3D-B052-DBBD344246D9}" dt="2024-11-20T14:00:44.487" v="82" actId="1076"/>
          <ac:picMkLst>
            <pc:docMk/>
            <pc:sldMk cId="1035854341" sldId="310"/>
            <ac:picMk id="17" creationId="{CD870FE8-C643-91B3-9955-7858AC19ED23}"/>
          </ac:picMkLst>
        </pc:picChg>
        <pc:picChg chg="add mod">
          <ac:chgData name="Jelle van Barneveld" userId="bc7ecfdf-3719-43bf-9ebf-4e7030cd4705" providerId="ADAL" clId="{94B20493-95C5-4B3D-B052-DBBD344246D9}" dt="2024-11-20T14:01:46.117" v="111" actId="1076"/>
          <ac:picMkLst>
            <pc:docMk/>
            <pc:sldMk cId="1035854341" sldId="310"/>
            <ac:picMk id="28" creationId="{2163EA4E-5453-6710-CB9A-6D0C5D73E15D}"/>
          </ac:picMkLst>
        </pc:picChg>
        <pc:picChg chg="add mod">
          <ac:chgData name="Jelle van Barneveld" userId="bc7ecfdf-3719-43bf-9ebf-4e7030cd4705" providerId="ADAL" clId="{94B20493-95C5-4B3D-B052-DBBD344246D9}" dt="2024-11-20T14:01:49.458" v="113" actId="1076"/>
          <ac:picMkLst>
            <pc:docMk/>
            <pc:sldMk cId="1035854341" sldId="310"/>
            <ac:picMk id="30" creationId="{40F872F6-2A41-71BE-B541-65F44AE911A0}"/>
          </ac:picMkLst>
        </pc:picChg>
        <pc:cxnChg chg="add mod">
          <ac:chgData name="Jelle van Barneveld" userId="bc7ecfdf-3719-43bf-9ebf-4e7030cd4705" providerId="ADAL" clId="{94B20493-95C5-4B3D-B052-DBBD344246D9}" dt="2024-11-20T14:01:53.196" v="114" actId="14100"/>
          <ac:cxnSpMkLst>
            <pc:docMk/>
            <pc:sldMk cId="1035854341" sldId="310"/>
            <ac:cxnSpMk id="18" creationId="{FE2C9B27-D2FB-7E1F-6500-77133277DB4D}"/>
          </ac:cxnSpMkLst>
        </pc:cxnChg>
        <pc:cxnChg chg="add mod">
          <ac:chgData name="Jelle van Barneveld" userId="bc7ecfdf-3719-43bf-9ebf-4e7030cd4705" providerId="ADAL" clId="{94B20493-95C5-4B3D-B052-DBBD344246D9}" dt="2024-11-20T14:02:12.940" v="121" actId="14100"/>
          <ac:cxnSpMkLst>
            <pc:docMk/>
            <pc:sldMk cId="1035854341" sldId="310"/>
            <ac:cxnSpMk id="24" creationId="{61641566-F82A-A8BE-2221-3F2DB162DC76}"/>
          </ac:cxnSpMkLst>
        </pc:cxnChg>
        <pc:cxnChg chg="add mod">
          <ac:chgData name="Jelle van Barneveld" userId="bc7ecfdf-3719-43bf-9ebf-4e7030cd4705" providerId="ADAL" clId="{94B20493-95C5-4B3D-B052-DBBD344246D9}" dt="2024-11-20T14:01:59.394" v="117" actId="14100"/>
          <ac:cxnSpMkLst>
            <pc:docMk/>
            <pc:sldMk cId="1035854341" sldId="310"/>
            <ac:cxnSpMk id="32" creationId="{9EE38FD3-3BFF-EEC9-F3AF-BBFD8427D78D}"/>
          </ac:cxnSpMkLst>
        </pc:cxnChg>
        <pc:cxnChg chg="add mod">
          <ac:chgData name="Jelle van Barneveld" userId="bc7ecfdf-3719-43bf-9ebf-4e7030cd4705" providerId="ADAL" clId="{94B20493-95C5-4B3D-B052-DBBD344246D9}" dt="2024-11-20T14:02:07.567" v="120" actId="14100"/>
          <ac:cxnSpMkLst>
            <pc:docMk/>
            <pc:sldMk cId="1035854341" sldId="310"/>
            <ac:cxnSpMk id="35" creationId="{245470D4-C924-01E2-D990-C7FED6794180}"/>
          </ac:cxnSpMkLst>
        </pc:cxnChg>
        <pc:cxnChg chg="add mod">
          <ac:chgData name="Jelle van Barneveld" userId="bc7ecfdf-3719-43bf-9ebf-4e7030cd4705" providerId="ADAL" clId="{94B20493-95C5-4B3D-B052-DBBD344246D9}" dt="2024-11-20T14:02:20.123" v="124" actId="14100"/>
          <ac:cxnSpMkLst>
            <pc:docMk/>
            <pc:sldMk cId="1035854341" sldId="310"/>
            <ac:cxnSpMk id="39" creationId="{AE06BA1D-612B-B64F-AF53-A4336285C8EA}"/>
          </ac:cxnSpMkLst>
        </pc:cxnChg>
        <pc:cxnChg chg="add mod">
          <ac:chgData name="Jelle van Barneveld" userId="bc7ecfdf-3719-43bf-9ebf-4e7030cd4705" providerId="ADAL" clId="{94B20493-95C5-4B3D-B052-DBBD344246D9}" dt="2024-11-20T14:02:28.952" v="127" actId="14100"/>
          <ac:cxnSpMkLst>
            <pc:docMk/>
            <pc:sldMk cId="1035854341" sldId="310"/>
            <ac:cxnSpMk id="42" creationId="{0F0C2F40-7241-EFFB-C156-88ACADC60C87}"/>
          </ac:cxnSpMkLst>
        </pc:cxnChg>
      </pc:sldChg>
    </pc:docChg>
  </pc:docChgLst>
  <pc:docChgLst>
    <pc:chgData name="Jelle van Barneveld" userId="bc7ecfdf-3719-43bf-9ebf-4e7030cd4705" providerId="ADAL" clId="{CDD88D99-C7C4-4E7E-BB6F-89D61D8BAF4E}"/>
    <pc:docChg chg="addSld modSld">
      <pc:chgData name="Jelle van Barneveld" userId="bc7ecfdf-3719-43bf-9ebf-4e7030cd4705" providerId="ADAL" clId="{CDD88D99-C7C4-4E7E-BB6F-89D61D8BAF4E}" dt="2024-01-24T15:03:17.768" v="4" actId="2890"/>
      <pc:docMkLst>
        <pc:docMk/>
      </pc:docMkLst>
      <pc:sldChg chg="modSp mod">
        <pc:chgData name="Jelle van Barneveld" userId="bc7ecfdf-3719-43bf-9ebf-4e7030cd4705" providerId="ADAL" clId="{CDD88D99-C7C4-4E7E-BB6F-89D61D8BAF4E}" dt="2024-01-24T15:02:47.431" v="3" actId="20577"/>
        <pc:sldMkLst>
          <pc:docMk/>
          <pc:sldMk cId="1730801611" sldId="257"/>
        </pc:sldMkLst>
      </pc:sldChg>
      <pc:sldChg chg="add">
        <pc:chgData name="Jelle van Barneveld" userId="bc7ecfdf-3719-43bf-9ebf-4e7030cd4705" providerId="ADAL" clId="{CDD88D99-C7C4-4E7E-BB6F-89D61D8BAF4E}" dt="2024-01-24T15:03:17.768" v="4" actId="2890"/>
        <pc:sldMkLst>
          <pc:docMk/>
          <pc:sldMk cId="4111333989" sldId="29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57A882-3841-45C7-8260-8140DCB32E18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87CBEC-879D-4917-8D46-5F3379606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363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defTabSz="477838" rtl="0" eaLnBrk="0" fontAlgn="base" latinLnBrk="0" hangingPunct="0">
              <a:lnSpc>
                <a:spcPct val="100000"/>
              </a:lnSpc>
              <a:spcBef>
                <a:spcPts val="7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>
                <a:tab pos="755650" algn="l"/>
                <a:tab pos="1511300" algn="l"/>
                <a:tab pos="2268538" algn="l"/>
                <a:tab pos="3024188" algn="l"/>
              </a:tabLst>
              <a:defRPr/>
            </a:pPr>
            <a:fld id="{F751C962-19B1-E941-BF11-D365F135F8D5}" type="slidenum">
              <a:rPr kumimoji="0" lang="en-GB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MS PGothic" charset="0"/>
              </a:rPr>
              <a:pPr marL="0" marR="0" lvl="0" indent="0" algn="r" defTabSz="477838" rtl="0" eaLnBrk="0" fontAlgn="base" latinLnBrk="0" hangingPunct="0">
                <a:lnSpc>
                  <a:spcPct val="100000"/>
                </a:lnSpc>
                <a:spcBef>
                  <a:spcPts val="7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charset="0"/>
                <a:buNone/>
                <a:tabLst>
                  <a:tab pos="755650" algn="l"/>
                  <a:tab pos="1511300" algn="l"/>
                  <a:tab pos="2268538" algn="l"/>
                  <a:tab pos="3024188" algn="l"/>
                </a:tabLst>
                <a:defRPr/>
              </a:pPr>
              <a:t>1</a:t>
            </a:fld>
            <a:endParaRPr kumimoji="0" lang="en-GB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61846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87CBEC-879D-4917-8D46-5F3379606FA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667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87CBEC-879D-4917-8D46-5F3379606FA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2966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87CBEC-879D-4917-8D46-5F3379606FA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0658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87CBEC-879D-4917-8D46-5F3379606FA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8074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87CBEC-879D-4917-8D46-5F3379606FA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9222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87CBEC-879D-4917-8D46-5F3379606FA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0187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87CBEC-879D-4917-8D46-5F3379606FA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4600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87CBEC-879D-4917-8D46-5F3379606FA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5107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87CBEC-879D-4917-8D46-5F3379606FA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4340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87CBEC-879D-4917-8D46-5F3379606FA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6032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87CBEC-879D-4917-8D46-5F3379606FA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0741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87CBEC-879D-4917-8D46-5F3379606FA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9389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nl-NL" dirty="0" err="1">
                <a:effectLst/>
                <a:latin typeface="-apple-system"/>
              </a:rPr>
              <a:t>Jupyter</a:t>
            </a:r>
            <a:r>
              <a:rPr lang="nl-NL" dirty="0">
                <a:effectLst/>
                <a:latin typeface="-apple-system"/>
              </a:rPr>
              <a:t> is een stukje software waarin je als het ware een </a:t>
            </a:r>
            <a:r>
              <a:rPr lang="nl-NL" dirty="0" err="1">
                <a:effectLst/>
                <a:latin typeface="-apple-system"/>
              </a:rPr>
              <a:t>tekstdocumt</a:t>
            </a:r>
            <a:r>
              <a:rPr lang="nl-NL" dirty="0">
                <a:effectLst/>
                <a:latin typeface="-apple-system"/>
              </a:rPr>
              <a:t> hebt waarin je code kunt zetten. </a:t>
            </a:r>
          </a:p>
          <a:p>
            <a:pPr rtl="0"/>
            <a:r>
              <a:rPr lang="nl-NL" dirty="0">
                <a:effectLst/>
                <a:latin typeface="-apple-system"/>
              </a:rPr>
              <a:t>Interactief document, net zoals een Word document</a:t>
            </a:r>
          </a:p>
          <a:p>
            <a:pPr rtl="0"/>
            <a:r>
              <a:rPr lang="nl-NL" dirty="0">
                <a:effectLst/>
                <a:latin typeface="-apple-system"/>
              </a:rPr>
              <a:t>Een volwaardig Python project is er om uiteindelijk in productie te draaien. Je maakt er software mee. Met </a:t>
            </a:r>
            <a:r>
              <a:rPr lang="nl-NL" dirty="0" err="1">
                <a:effectLst/>
                <a:latin typeface="-apple-system"/>
              </a:rPr>
              <a:t>Jupyter</a:t>
            </a:r>
            <a:r>
              <a:rPr lang="nl-NL" dirty="0">
                <a:effectLst/>
                <a:latin typeface="-apple-system"/>
              </a:rPr>
              <a:t> maak je notebooks, tekst met code erin</a:t>
            </a:r>
          </a:p>
          <a:p>
            <a:pPr rtl="0"/>
            <a:r>
              <a:rPr lang="nl-NL" dirty="0">
                <a:effectLst/>
                <a:latin typeface="-apple-system"/>
              </a:rPr>
              <a:t>Een datastraat heeft niks te maken met notebooks of tekst, maar moet geautomatiseerd draaien. Is dus volwaardige Python software die draait in productie</a:t>
            </a:r>
          </a:p>
          <a:p>
            <a:pPr rtl="0"/>
            <a:r>
              <a:rPr lang="nl-NL" dirty="0">
                <a:effectLst/>
                <a:latin typeface="-apple-system"/>
              </a:rPr>
              <a:t>Lijkt een beetje op de discussie van we gebruiken een </a:t>
            </a:r>
            <a:r>
              <a:rPr lang="nl-NL" dirty="0" err="1">
                <a:effectLst/>
                <a:latin typeface="-apple-system"/>
              </a:rPr>
              <a:t>excel</a:t>
            </a:r>
            <a:r>
              <a:rPr lang="nl-NL" dirty="0">
                <a:effectLst/>
                <a:latin typeface="-apple-system"/>
              </a:rPr>
              <a:t> als database </a:t>
            </a:r>
            <a:r>
              <a:rPr lang="nl-NL" dirty="0" err="1">
                <a:effectLst/>
                <a:latin typeface="-apple-system"/>
              </a:rPr>
              <a:t>vs</a:t>
            </a:r>
            <a:r>
              <a:rPr lang="nl-NL" dirty="0">
                <a:effectLst/>
                <a:latin typeface="-apple-system"/>
              </a:rPr>
              <a:t> we gebruiken MSSQL als database</a:t>
            </a:r>
          </a:p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87CBEC-879D-4917-8D46-5F3379606FA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27944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87CBEC-879D-4917-8D46-5F3379606FA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7944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87CBEC-879D-4917-8D46-5F3379606FA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5852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DCB48-6816-4EAD-41A9-34122EF43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14540AA4-A26B-9600-F541-E9B90862DF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DAEF54EA-2578-D8AB-1F20-28E31E3824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4CAA971-CFDE-0FF6-BD97-13EA9AFEEE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87CBEC-879D-4917-8D46-5F3379606FA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1583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BAD3C-80F8-280E-AC8D-A8E732656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B0A3AA22-D655-B8F1-86F7-85D03E64C3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71251E06-23EB-9F91-654B-4611AE34E3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62D805A-17A2-76B8-73C1-C86E9BFA89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87CBEC-879D-4917-8D46-5F3379606FA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6483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87CBEC-879D-4917-8D46-5F3379606FA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6737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87CBEC-879D-4917-8D46-5F3379606FA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920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56E09-0CF7-15FE-56AE-AE2E7006BA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52C46A-8596-B33A-41BF-366F0B9C7B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80EAD-293B-3E82-7011-9362B1852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DC25E-D1B9-004D-65A4-A9F2925A5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3C643-E9BF-9350-BA5B-D59CDAF25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26065574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0AC38-465A-FCC3-19DB-3C9769EC9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73C0E-B795-CB22-8144-DEBE8E52D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83648-CD85-36A6-CD18-E358C1884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D4FC97-521F-4024-F7E5-F39DC51A0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B9FE3-1390-D2E6-7A7F-5DB9A4FD5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75448303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995CC-9A3B-32C7-26FA-7633AA549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0676F7-064C-4F26-1F72-ABFA718DE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17449-E52C-836C-22C1-A220B80D2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EDBA3-7981-A147-894E-FBFEBC4E7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9A01B8-6A5C-FB02-094E-4E81295A2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24352484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D475C-EE23-3178-A543-73FB811C5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8AB17-626A-5333-0A6E-CB12FEA6D1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213F0F-4796-84F5-DBE7-43D61AD83F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76BAF8-6E9E-0047-C4AF-6160F2736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E037A4-3D45-7E03-AF61-940775F3C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9FC9BB-0E76-AB74-BDB5-D56968BCE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49748205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1D902-B76B-0D3B-7D8E-EC62DB739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F87664-4DB7-3A7A-9154-32CA8884A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BF2F29-D106-938C-7A85-CC58AA8C96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78DE05-771E-EAF7-B5AD-DB62810DDC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CAFE87-8F2D-F296-E5BE-76C0F381E0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7ADE75-237D-46D1-ACCC-056D79866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50C1E-DB96-C177-6BCD-6837B4579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5317B8-7B96-056C-C7A6-38D4E1FEE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05684811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630FC-7829-8CDA-4A7A-B763E7F01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F884C6-40AE-7A1A-646F-FDB97DF4E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9C0B22-A8AB-852C-7952-E20D6422F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1647F-ACAF-E312-C8BB-7F265E5E9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38459597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069462-9FEA-5D88-EE00-E187BAA41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B7087A-F4BC-7377-70F3-0A571BD7F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184FF-048E-0634-23CE-F08BC1305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05175161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20A2F-4D46-B289-C61D-EBEAFA11E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F170F-AB91-8E12-212F-57BF04301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91F1DB-E4ED-A226-CC84-D5BC800924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F7C25F-3269-1F4E-CECA-5F2EF4454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CE8728-A678-4921-52FF-FAC84DAB2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F1AA8-97A5-DAD4-C8BC-65BC563F9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82766314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1CA4B-6237-DD8B-3CF0-8F9C6FB90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42D31B-B7BB-010A-4AA4-79370FF579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4D15A3-2F7F-E910-4E49-0319EF17FE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373E74-A348-3972-B8B8-EF901921A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7FB359-D110-649F-2709-F12065329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FDCBB-7F8D-7680-B733-5A4972100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66914096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2EFF2-C20E-F920-8CD9-F976324B3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8FCEA7-24D9-D5DC-C977-3754632062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CC4D3-B485-2A8D-BCF7-F3BAC5F16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DB089-D6C5-1314-9322-0562E592B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757239-F72A-B3B9-4251-D09071CFD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47785536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5FB015-28AB-C2F6-BF24-7B41FC5C45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5C4992-6315-8134-344F-FBC543F690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BBA65-F8D1-924C-C2F9-7A3F3711A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9CD2E-031C-46D2-1A49-7115D8930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EE953-6330-21D1-00CB-7FC8C8955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56884422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11FA4E-E385-847C-AE6D-230355D62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BB839E-C7CC-BF9A-55C1-AD77C38C5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0ABAE-69DA-E883-5ADB-EB9AC96D09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6B45D-D98F-4A32-A567-4AE2A91459D6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2FF5B-BFA7-55B6-6151-5B263570E6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7B8DA-67AF-B29B-FC1D-2E06696884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8C1A59F-BCA0-79F1-6F87-079182BCC73D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4763"/>
            <a:ext cx="977900" cy="686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707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vak 7">
            <a:extLst>
              <a:ext uri="{FF2B5EF4-FFF2-40B4-BE49-F238E27FC236}">
                <a16:creationId xmlns:a16="http://schemas.microsoft.com/office/drawing/2014/main" id="{5ECCA89E-3666-CEB9-DEEF-AE7D0C9A09DE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BAAD41C4-AB8B-603C-1D5D-873690001E0D}"/>
              </a:ext>
            </a:extLst>
          </p:cNvPr>
          <p:cNvSpPr txBox="1"/>
          <p:nvPr/>
        </p:nvSpPr>
        <p:spPr>
          <a:xfrm>
            <a:off x="1455575" y="0"/>
            <a:ext cx="10391775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nl-NL" sz="3000" b="1" dirty="0">
                <a:solidFill>
                  <a:srgbClr val="829C30"/>
                </a:solidFill>
                <a:latin typeface="Arial"/>
                <a:ea typeface="MS PGothic" charset="0"/>
              </a:rPr>
              <a:t>Dataselectie met </a:t>
            </a:r>
            <a:r>
              <a:rPr lang="nl-NL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pandas</a:t>
            </a:r>
            <a:endParaRPr lang="en-US" sz="3000" b="1" dirty="0">
              <a:solidFill>
                <a:srgbClr val="829C30"/>
              </a:solidFill>
              <a:latin typeface="Arial"/>
              <a:ea typeface="MS PGothic" charset="0"/>
            </a:endParaRPr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507091C9-E8E3-7B30-3721-5B19E0754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733" y="874839"/>
            <a:ext cx="8602825" cy="5748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801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8836E-6531-B080-70A6-CD4B29887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1364" y="6381345"/>
            <a:ext cx="2743200" cy="365125"/>
          </a:xfrm>
        </p:spPr>
        <p:txBody>
          <a:bodyPr/>
          <a:lstStyle/>
          <a:p>
            <a:fld id="{587C737D-49A5-4740-8401-0C4DFF2B9D4A}" type="slidenum">
              <a:rPr lang="nl-NL" smtClean="0"/>
              <a:pPr/>
              <a:t>2</a:t>
            </a:fld>
            <a:endParaRPr lang="nl-NL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7CD2F944-88DB-C3A7-45F7-E30B87964246}"/>
              </a:ext>
            </a:extLst>
          </p:cNvPr>
          <p:cNvSpPr txBox="1"/>
          <p:nvPr/>
        </p:nvSpPr>
        <p:spPr>
          <a:xfrm>
            <a:off x="3255649" y="0"/>
            <a:ext cx="6493163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Na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vandaag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…</a:t>
            </a:r>
          </a:p>
        </p:txBody>
      </p:sp>
      <p:sp>
        <p:nvSpPr>
          <p:cNvPr id="7" name="Tekstvak 7">
            <a:extLst>
              <a:ext uri="{FF2B5EF4-FFF2-40B4-BE49-F238E27FC236}">
                <a16:creationId xmlns:a16="http://schemas.microsoft.com/office/drawing/2014/main" id="{44D485DA-CE64-C41D-89EA-EE617D43532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pic>
        <p:nvPicPr>
          <p:cNvPr id="1026" name="Picture 2" descr="Venn Diagram | DHH Resources for Teachers | UMN">
            <a:extLst>
              <a:ext uri="{FF2B5EF4-FFF2-40B4-BE49-F238E27FC236}">
                <a16:creationId xmlns:a16="http://schemas.microsoft.com/office/drawing/2014/main" id="{7ED165F3-95C7-4DFE-96C3-50E651F0E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863" y="1025768"/>
            <a:ext cx="11101137" cy="5894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490D3E-EF89-C010-3F4B-F601B3E08A37}"/>
              </a:ext>
            </a:extLst>
          </p:cNvPr>
          <p:cNvSpPr txBox="1"/>
          <p:nvPr/>
        </p:nvSpPr>
        <p:spPr>
          <a:xfrm>
            <a:off x="3576418" y="683609"/>
            <a:ext cx="1751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Ken/</a:t>
            </a:r>
            <a:r>
              <a:rPr lang="en-US" b="1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weet</a:t>
            </a:r>
            <a:r>
              <a:rPr lang="en-US" b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je…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0EF7E7-CD2F-7741-9C29-123FB8D93DDC}"/>
              </a:ext>
            </a:extLst>
          </p:cNvPr>
          <p:cNvSpPr txBox="1"/>
          <p:nvPr/>
        </p:nvSpPr>
        <p:spPr>
          <a:xfrm>
            <a:off x="8107256" y="703521"/>
            <a:ext cx="1131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Kan je…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0320AE-CE57-9D64-F411-B113070D2BCC}"/>
              </a:ext>
            </a:extLst>
          </p:cNvPr>
          <p:cNvSpPr txBox="1"/>
          <p:nvPr/>
        </p:nvSpPr>
        <p:spPr>
          <a:xfrm>
            <a:off x="5808945" y="2475078"/>
            <a:ext cx="136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HC + WC</a:t>
            </a:r>
          </a:p>
        </p:txBody>
      </p:sp>
      <p:pic>
        <p:nvPicPr>
          <p:cNvPr id="1030" name="Picture 6" descr="Smile Emoji Happy - Free vector graphic on Pixabay">
            <a:extLst>
              <a:ext uri="{FF2B5EF4-FFF2-40B4-BE49-F238E27FC236}">
                <a16:creationId xmlns:a16="http://schemas.microsoft.com/office/drawing/2014/main" id="{A359608D-0FAD-B299-A99E-0045AC944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540" y="3275345"/>
            <a:ext cx="1523028" cy="1523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BAD723B-5928-12D5-4623-9987E18E1F55}"/>
              </a:ext>
            </a:extLst>
          </p:cNvPr>
          <p:cNvSpPr txBox="1"/>
          <p:nvPr/>
        </p:nvSpPr>
        <p:spPr>
          <a:xfrm>
            <a:off x="7403345" y="1454790"/>
            <a:ext cx="25708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uit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DataFrames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filteren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aggregeren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samenvoegen</a:t>
            </a:r>
            <a:endParaRPr lang="en-US" dirty="0">
              <a:solidFill>
                <a:srgbClr val="2133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38445A-45D3-7C98-56F6-3E54DD78BFFD}"/>
              </a:ext>
            </a:extLst>
          </p:cNvPr>
          <p:cNvSpPr txBox="1"/>
          <p:nvPr/>
        </p:nvSpPr>
        <p:spPr>
          <a:xfrm>
            <a:off x="3255649" y="1434878"/>
            <a:ext cx="27706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Verschillende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programmeertechnieken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per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selectie-actie</a:t>
            </a:r>
            <a:endParaRPr lang="en-US" dirty="0">
              <a:solidFill>
                <a:srgbClr val="2133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6">
            <a:extLst>
              <a:ext uri="{FF2B5EF4-FFF2-40B4-BE49-F238E27FC236}">
                <a16:creationId xmlns:a16="http://schemas.microsoft.com/office/drawing/2014/main" id="{C287913D-FC7C-556A-BA05-D209769715A4}"/>
              </a:ext>
            </a:extLst>
          </p:cNvPr>
          <p:cNvSpPr txBox="1"/>
          <p:nvPr/>
        </p:nvSpPr>
        <p:spPr>
          <a:xfrm>
            <a:off x="1729646" y="2652376"/>
            <a:ext cx="32831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Wanneer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je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welke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ingebouwde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pandasfunctie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–parameter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moet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55D670AF-CA2A-7CD3-78E6-04E7618049BC}"/>
              </a:ext>
            </a:extLst>
          </p:cNvPr>
          <p:cNvSpPr txBox="1"/>
          <p:nvPr/>
        </p:nvSpPr>
        <p:spPr>
          <a:xfrm>
            <a:off x="8107256" y="2879048"/>
            <a:ext cx="33040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Door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DataFrames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om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complexere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bewerkingsacties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uit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voeren</a:t>
            </a:r>
            <a:endParaRPr lang="en-US" dirty="0">
              <a:solidFill>
                <a:srgbClr val="2133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16">
            <a:extLst>
              <a:ext uri="{FF2B5EF4-FFF2-40B4-BE49-F238E27FC236}">
                <a16:creationId xmlns:a16="http://schemas.microsoft.com/office/drawing/2014/main" id="{D4A02A64-8FE2-792E-7173-2DC43BD098C7}"/>
              </a:ext>
            </a:extLst>
          </p:cNvPr>
          <p:cNvSpPr txBox="1"/>
          <p:nvPr/>
        </p:nvSpPr>
        <p:spPr>
          <a:xfrm>
            <a:off x="1588108" y="3845915"/>
            <a:ext cx="33350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Waarom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Jupyter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Notebooks minder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geschikt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zijn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om op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leveren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aan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klanten</a:t>
            </a:r>
            <a:endParaRPr lang="en-US" dirty="0">
              <a:solidFill>
                <a:srgbClr val="2133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7E3A31-CC5C-65D0-AE3F-C82105742234}"/>
              </a:ext>
            </a:extLst>
          </p:cNvPr>
          <p:cNvSpPr txBox="1"/>
          <p:nvPr/>
        </p:nvSpPr>
        <p:spPr>
          <a:xfrm>
            <a:off x="8112266" y="4435122"/>
            <a:ext cx="2743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Jupyter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Notebook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opknippen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meerdere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Pythonbestanden</a:t>
            </a:r>
            <a:endParaRPr lang="en-US" dirty="0">
              <a:solidFill>
                <a:srgbClr val="2133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6">
            <a:extLst>
              <a:ext uri="{FF2B5EF4-FFF2-40B4-BE49-F238E27FC236}">
                <a16:creationId xmlns:a16="http://schemas.microsoft.com/office/drawing/2014/main" id="{9B307045-A054-C14E-CF72-7CF7C9B11723}"/>
              </a:ext>
            </a:extLst>
          </p:cNvPr>
          <p:cNvSpPr txBox="1"/>
          <p:nvPr/>
        </p:nvSpPr>
        <p:spPr>
          <a:xfrm>
            <a:off x="2786724" y="5274605"/>
            <a:ext cx="30579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Welke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Pythonbestanden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je in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project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minimaal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moet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creëren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hoe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zij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elkaar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aan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kunnen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roepen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2" name="TextBox 18">
            <a:extLst>
              <a:ext uri="{FF2B5EF4-FFF2-40B4-BE49-F238E27FC236}">
                <a16:creationId xmlns:a16="http://schemas.microsoft.com/office/drawing/2014/main" id="{122E8399-0D8A-6D42-3D0B-0B5678CFD30A}"/>
              </a:ext>
            </a:extLst>
          </p:cNvPr>
          <p:cNvSpPr txBox="1"/>
          <p:nvPr/>
        </p:nvSpPr>
        <p:spPr>
          <a:xfrm>
            <a:off x="7540560" y="5740389"/>
            <a:ext cx="26719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“executable”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Pythonproject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creëren</a:t>
            </a:r>
            <a:endParaRPr lang="en-US" dirty="0">
              <a:solidFill>
                <a:srgbClr val="2133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74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" grpId="0"/>
      <p:bldP spid="4" grpId="0"/>
      <p:bldP spid="8" grpId="0"/>
      <p:bldP spid="10" grpId="0"/>
      <p:bldP spid="11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8836E-6531-B080-70A6-CD4B29887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1364" y="6381345"/>
            <a:ext cx="2743200" cy="365125"/>
          </a:xfrm>
        </p:spPr>
        <p:txBody>
          <a:bodyPr/>
          <a:lstStyle/>
          <a:p>
            <a:fld id="{587C737D-49A5-4740-8401-0C4DFF2B9D4A}" type="slidenum">
              <a:rPr lang="nl-NL" smtClean="0"/>
              <a:pPr/>
              <a:t>3</a:t>
            </a:fld>
            <a:endParaRPr lang="nl-NL"/>
          </a:p>
        </p:txBody>
      </p:sp>
      <p:sp>
        <p:nvSpPr>
          <p:cNvPr id="7" name="Tekstvak 7">
            <a:extLst>
              <a:ext uri="{FF2B5EF4-FFF2-40B4-BE49-F238E27FC236}">
                <a16:creationId xmlns:a16="http://schemas.microsoft.com/office/drawing/2014/main" id="{44D485DA-CE64-C41D-89EA-EE617D43532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2711C9-B8C6-980A-6A8E-B70FC6573C7F}"/>
              </a:ext>
            </a:extLst>
          </p:cNvPr>
          <p:cNvSpPr txBox="1"/>
          <p:nvPr/>
        </p:nvSpPr>
        <p:spPr>
          <a:xfrm>
            <a:off x="2531828" y="-990"/>
            <a:ext cx="8636105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.loc[]: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algemeen</a:t>
            </a:r>
            <a:endParaRPr lang="en-US" sz="3000" b="1">
              <a:solidFill>
                <a:srgbClr val="829C30"/>
              </a:solidFill>
              <a:latin typeface="Arial"/>
              <a:ea typeface="MS PGothic" charset="0"/>
            </a:endParaRPr>
          </a:p>
        </p:txBody>
      </p: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6D403D28-38E6-E976-8636-3F973FB2541F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kstvak 3">
            <a:extLst>
              <a:ext uri="{FF2B5EF4-FFF2-40B4-BE49-F238E27FC236}">
                <a16:creationId xmlns:a16="http://schemas.microsoft.com/office/drawing/2014/main" id="{BF553125-104D-F44F-7987-BC364347D607}"/>
              </a:ext>
            </a:extLst>
          </p:cNvPr>
          <p:cNvSpPr txBox="1"/>
          <p:nvPr/>
        </p:nvSpPr>
        <p:spPr>
          <a:xfrm>
            <a:off x="988290" y="934509"/>
            <a:ext cx="110651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/>
              <a:t>.loc[] is een attribuut dat je kan opvragen om de data in je dataframes te filteren.</a:t>
            </a:r>
          </a:p>
          <a:p>
            <a:pPr algn="ctr"/>
            <a:r>
              <a:rPr lang="nl-NL"/>
              <a:t>Let op: het is geen methode, maar een attribuut! Gebruik dus geen (), maar [].</a:t>
            </a: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27E57716-5461-7EDE-72C4-0B81C4899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290" y="2510789"/>
            <a:ext cx="4729659" cy="4053118"/>
          </a:xfrm>
          <a:prstGeom prst="rect">
            <a:avLst/>
          </a:prstGeom>
        </p:spPr>
      </p:pic>
      <p:sp>
        <p:nvSpPr>
          <p:cNvPr id="10" name="TextBox 1">
            <a:extLst>
              <a:ext uri="{FF2B5EF4-FFF2-40B4-BE49-F238E27FC236}">
                <a16:creationId xmlns:a16="http://schemas.microsoft.com/office/drawing/2014/main" id="{D74DB27B-CD29-5B59-B8CC-6C1426F385DD}"/>
              </a:ext>
            </a:extLst>
          </p:cNvPr>
          <p:cNvSpPr txBox="1"/>
          <p:nvPr/>
        </p:nvSpPr>
        <p:spPr>
          <a:xfrm>
            <a:off x="1503019" y="2142675"/>
            <a:ext cx="3858182" cy="3681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1500" err="1">
                <a:latin typeface="Arial"/>
                <a:ea typeface="MS PGothic" charset="0"/>
              </a:rPr>
              <a:t>medewerker</a:t>
            </a:r>
            <a:r>
              <a:rPr lang="en-US" sz="1500">
                <a:latin typeface="Arial"/>
                <a:ea typeface="MS PGothic" charset="0"/>
              </a:rPr>
              <a:t> (</a:t>
            </a:r>
            <a:r>
              <a:rPr lang="en-US" sz="1500" err="1">
                <a:latin typeface="Arial"/>
                <a:ea typeface="MS PGothic" charset="0"/>
              </a:rPr>
              <a:t>variabele</a:t>
            </a:r>
            <a:r>
              <a:rPr lang="en-US" sz="1500">
                <a:latin typeface="Arial"/>
                <a:ea typeface="MS PGothic" charset="0"/>
              </a:rPr>
              <a:t>): </a:t>
            </a:r>
            <a:r>
              <a:rPr lang="en-US" sz="1500" err="1">
                <a:latin typeface="Arial"/>
                <a:ea typeface="MS PGothic" charset="0"/>
              </a:rPr>
              <a:t>pd.DataFrame</a:t>
            </a:r>
            <a:endParaRPr lang="en-US" sz="1500">
              <a:latin typeface="Arial"/>
              <a:ea typeface="MS PGothic" charset="0"/>
            </a:endParaRP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EC0291FA-30BA-B8DD-C023-C0D5914E7C6A}"/>
              </a:ext>
            </a:extLst>
          </p:cNvPr>
          <p:cNvSpPr txBox="1"/>
          <p:nvPr/>
        </p:nvSpPr>
        <p:spPr>
          <a:xfrm>
            <a:off x="6956167" y="3742565"/>
            <a:ext cx="396998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sz="2500" err="1">
                <a:latin typeface="Consolas" panose="020B0609020204030204" pitchFamily="49" charset="0"/>
              </a:rPr>
              <a:t>medewerker.loc</a:t>
            </a:r>
            <a:r>
              <a:rPr lang="nl-NL" sz="2500">
                <a:latin typeface="Consolas" panose="020B0609020204030204" pitchFamily="49" charset="0"/>
              </a:rPr>
              <a:t>[…, …]</a:t>
            </a:r>
          </a:p>
        </p:txBody>
      </p:sp>
      <p:sp>
        <p:nvSpPr>
          <p:cNvPr id="12" name="Tekstballon: ovaal 11">
            <a:extLst>
              <a:ext uri="{FF2B5EF4-FFF2-40B4-BE49-F238E27FC236}">
                <a16:creationId xmlns:a16="http://schemas.microsoft.com/office/drawing/2014/main" id="{F4A644A0-18DE-8B28-036F-D234703D620A}"/>
              </a:ext>
            </a:extLst>
          </p:cNvPr>
          <p:cNvSpPr/>
          <p:nvPr/>
        </p:nvSpPr>
        <p:spPr>
          <a:xfrm>
            <a:off x="7072605" y="4982547"/>
            <a:ext cx="2743199" cy="746449"/>
          </a:xfrm>
          <a:prstGeom prst="wedgeEllipseCallout">
            <a:avLst>
              <a:gd name="adj1" fmla="val 52177"/>
              <a:gd name="adj2" fmla="val -16120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/>
              <a:t>Welke rijen wil ik?</a:t>
            </a:r>
          </a:p>
        </p:txBody>
      </p:sp>
      <p:sp>
        <p:nvSpPr>
          <p:cNvPr id="13" name="Tekstballon: ovaal 12">
            <a:extLst>
              <a:ext uri="{FF2B5EF4-FFF2-40B4-BE49-F238E27FC236}">
                <a16:creationId xmlns:a16="http://schemas.microsoft.com/office/drawing/2014/main" id="{D05EBBF2-A7AE-B2B1-8529-D99461A1185A}"/>
              </a:ext>
            </a:extLst>
          </p:cNvPr>
          <p:cNvSpPr/>
          <p:nvPr/>
        </p:nvSpPr>
        <p:spPr>
          <a:xfrm>
            <a:off x="7184571" y="2510789"/>
            <a:ext cx="3504409" cy="746449"/>
          </a:xfrm>
          <a:prstGeom prst="wedgeEllipseCallout">
            <a:avLst>
              <a:gd name="adj1" fmla="val 41290"/>
              <a:gd name="adj2" fmla="val 143796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/>
              <a:t>Welke kolommen wil ik?</a:t>
            </a:r>
          </a:p>
        </p:txBody>
      </p:sp>
    </p:spTree>
    <p:extLst>
      <p:ext uri="{BB962C8B-B14F-4D97-AF65-F5344CB8AC3E}">
        <p14:creationId xmlns:p14="http://schemas.microsoft.com/office/powerpoint/2010/main" val="4130543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1D2E4-7380-33BC-A5B7-8BA58CC54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AAB8DC-C346-BBBA-81E0-AD2FF5991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1364" y="6381345"/>
            <a:ext cx="2743200" cy="365125"/>
          </a:xfrm>
        </p:spPr>
        <p:txBody>
          <a:bodyPr/>
          <a:lstStyle/>
          <a:p>
            <a:fld id="{587C737D-49A5-4740-8401-0C4DFF2B9D4A}" type="slidenum">
              <a:rPr lang="nl-NL" smtClean="0"/>
              <a:pPr/>
              <a:t>4</a:t>
            </a:fld>
            <a:endParaRPr lang="nl-NL"/>
          </a:p>
        </p:txBody>
      </p:sp>
      <p:sp>
        <p:nvSpPr>
          <p:cNvPr id="7" name="Tekstvak 7">
            <a:extLst>
              <a:ext uri="{FF2B5EF4-FFF2-40B4-BE49-F238E27FC236}">
                <a16:creationId xmlns:a16="http://schemas.microsoft.com/office/drawing/2014/main" id="{42516CF3-0CB6-0761-D919-67D9EBDF6AB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69BB23-6622-1015-B83C-279FDF318EBD}"/>
              </a:ext>
            </a:extLst>
          </p:cNvPr>
          <p:cNvSpPr txBox="1"/>
          <p:nvPr/>
        </p:nvSpPr>
        <p:spPr>
          <a:xfrm>
            <a:off x="2531828" y="-990"/>
            <a:ext cx="8636105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Importeren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en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inlezen</a:t>
            </a:r>
            <a:endParaRPr lang="en-US" sz="3000" b="1" dirty="0">
              <a:solidFill>
                <a:srgbClr val="829C30"/>
              </a:solidFill>
              <a:latin typeface="Arial"/>
              <a:ea typeface="MS PGothic" charset="0"/>
            </a:endParaRPr>
          </a:p>
        </p:txBody>
      </p: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991715ED-05F9-21E0-6D16-EF753A1D2A52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F693FA11-A948-5375-F5E6-2414DA42CB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422" y="2232633"/>
            <a:ext cx="2314575" cy="63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2DF9596-75C4-70CE-E3B7-33BB809428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9979" y="2232633"/>
            <a:ext cx="7439025" cy="2686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5403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8836E-6531-B080-70A6-CD4B29887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1364" y="6381345"/>
            <a:ext cx="2743200" cy="365125"/>
          </a:xfrm>
        </p:spPr>
        <p:txBody>
          <a:bodyPr/>
          <a:lstStyle/>
          <a:p>
            <a:fld id="{587C737D-49A5-4740-8401-0C4DFF2B9D4A}" type="slidenum">
              <a:rPr lang="nl-NL" smtClean="0"/>
              <a:pPr/>
              <a:t>5</a:t>
            </a:fld>
            <a:endParaRPr lang="nl-NL"/>
          </a:p>
        </p:txBody>
      </p:sp>
      <p:sp>
        <p:nvSpPr>
          <p:cNvPr id="7" name="Tekstvak 7">
            <a:extLst>
              <a:ext uri="{FF2B5EF4-FFF2-40B4-BE49-F238E27FC236}">
                <a16:creationId xmlns:a16="http://schemas.microsoft.com/office/drawing/2014/main" id="{44D485DA-CE64-C41D-89EA-EE617D43532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2711C9-B8C6-980A-6A8E-B70FC6573C7F}"/>
              </a:ext>
            </a:extLst>
          </p:cNvPr>
          <p:cNvSpPr txBox="1"/>
          <p:nvPr/>
        </p:nvSpPr>
        <p:spPr>
          <a:xfrm>
            <a:off x="2531828" y="-990"/>
            <a:ext cx="8636105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.loc[]: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kolommen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selecteren</a:t>
            </a:r>
            <a:endParaRPr lang="en-US" sz="3000" b="1">
              <a:solidFill>
                <a:srgbClr val="829C30"/>
              </a:solidFill>
              <a:latin typeface="Arial"/>
              <a:ea typeface="MS PGothic" charset="0"/>
            </a:endParaRPr>
          </a:p>
        </p:txBody>
      </p: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6D403D28-38E6-E976-8636-3F973FB2541F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kstvak 3">
            <a:extLst>
              <a:ext uri="{FF2B5EF4-FFF2-40B4-BE49-F238E27FC236}">
                <a16:creationId xmlns:a16="http://schemas.microsoft.com/office/drawing/2014/main" id="{BF553125-104D-F44F-7987-BC364347D607}"/>
              </a:ext>
            </a:extLst>
          </p:cNvPr>
          <p:cNvSpPr txBox="1"/>
          <p:nvPr/>
        </p:nvSpPr>
        <p:spPr>
          <a:xfrm>
            <a:off x="988290" y="934509"/>
            <a:ext cx="110651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/>
              <a:t>De dubbele punt staat nu voor “alle rijen”.</a:t>
            </a:r>
          </a:p>
          <a:p>
            <a:pPr algn="ctr"/>
            <a:r>
              <a:rPr lang="nl-NL"/>
              <a:t>Let goed op wanneer je bij het selecteren van kolommen een extra set </a:t>
            </a:r>
            <a:r>
              <a:rPr lang="nl-NL" err="1"/>
              <a:t>vierkantshaken</a:t>
            </a:r>
            <a:r>
              <a:rPr lang="nl-NL"/>
              <a:t> moet gebruiken!</a:t>
            </a: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27E57716-5461-7EDE-72C4-0B81C4899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290" y="2510789"/>
            <a:ext cx="3739975" cy="4053118"/>
          </a:xfrm>
          <a:prstGeom prst="rect">
            <a:avLst/>
          </a:prstGeom>
        </p:spPr>
      </p:pic>
      <p:sp>
        <p:nvSpPr>
          <p:cNvPr id="10" name="TextBox 1">
            <a:extLst>
              <a:ext uri="{FF2B5EF4-FFF2-40B4-BE49-F238E27FC236}">
                <a16:creationId xmlns:a16="http://schemas.microsoft.com/office/drawing/2014/main" id="{D74DB27B-CD29-5B59-B8CC-6C1426F385DD}"/>
              </a:ext>
            </a:extLst>
          </p:cNvPr>
          <p:cNvSpPr txBox="1"/>
          <p:nvPr/>
        </p:nvSpPr>
        <p:spPr>
          <a:xfrm>
            <a:off x="977243" y="2142675"/>
            <a:ext cx="3858182" cy="3681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1500" err="1">
                <a:latin typeface="Arial"/>
                <a:ea typeface="MS PGothic" charset="0"/>
              </a:rPr>
              <a:t>medewerker</a:t>
            </a:r>
            <a:r>
              <a:rPr lang="en-US" sz="1500">
                <a:latin typeface="Arial"/>
                <a:ea typeface="MS PGothic" charset="0"/>
              </a:rPr>
              <a:t> (</a:t>
            </a:r>
            <a:r>
              <a:rPr lang="en-US" sz="1500" err="1">
                <a:latin typeface="Arial"/>
                <a:ea typeface="MS PGothic" charset="0"/>
              </a:rPr>
              <a:t>variabele</a:t>
            </a:r>
            <a:r>
              <a:rPr lang="en-US" sz="1500">
                <a:latin typeface="Arial"/>
                <a:ea typeface="MS PGothic" charset="0"/>
              </a:rPr>
              <a:t>): </a:t>
            </a:r>
            <a:r>
              <a:rPr lang="en-US" sz="1500" err="1">
                <a:latin typeface="Arial"/>
                <a:ea typeface="MS PGothic" charset="0"/>
              </a:rPr>
              <a:t>pd.DataFrame</a:t>
            </a:r>
            <a:endParaRPr lang="en-US" sz="1500">
              <a:latin typeface="Arial"/>
              <a:ea typeface="MS PGothic" charset="0"/>
            </a:endParaRP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EC0291FA-30BA-B8DD-C023-C0D5914E7C6A}"/>
              </a:ext>
            </a:extLst>
          </p:cNvPr>
          <p:cNvSpPr txBox="1"/>
          <p:nvPr/>
        </p:nvSpPr>
        <p:spPr>
          <a:xfrm>
            <a:off x="5086271" y="2496608"/>
            <a:ext cx="37399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2000" err="1">
                <a:latin typeface="Consolas" panose="020B0609020204030204" pitchFamily="49" charset="0"/>
              </a:rPr>
              <a:t>medewerker.loc</a:t>
            </a:r>
            <a:r>
              <a:rPr lang="nl-NL" sz="2000">
                <a:latin typeface="Consolas" panose="020B0609020204030204" pitchFamily="49" charset="0"/>
              </a:rPr>
              <a:t>[:, ‘naam’]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AA98131A-2B34-0759-BB64-022056981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1144" y="2221896"/>
            <a:ext cx="2079689" cy="1612267"/>
          </a:xfrm>
          <a:prstGeom prst="rect">
            <a:avLst/>
          </a:prstGeom>
        </p:spPr>
      </p:pic>
      <p:sp>
        <p:nvSpPr>
          <p:cNvPr id="14" name="Tekstvak 13">
            <a:extLst>
              <a:ext uri="{FF2B5EF4-FFF2-40B4-BE49-F238E27FC236}">
                <a16:creationId xmlns:a16="http://schemas.microsoft.com/office/drawing/2014/main" id="{1F334960-DA52-AFCF-CF2E-864DB28A7514}"/>
              </a:ext>
            </a:extLst>
          </p:cNvPr>
          <p:cNvSpPr txBox="1"/>
          <p:nvPr/>
        </p:nvSpPr>
        <p:spPr>
          <a:xfrm>
            <a:off x="9077092" y="2377506"/>
            <a:ext cx="8840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3600"/>
              <a:t>=&gt;</a:t>
            </a:r>
          </a:p>
        </p:txBody>
      </p:sp>
      <p:sp>
        <p:nvSpPr>
          <p:cNvPr id="15" name="TextBox 1">
            <a:extLst>
              <a:ext uri="{FF2B5EF4-FFF2-40B4-BE49-F238E27FC236}">
                <a16:creationId xmlns:a16="http://schemas.microsoft.com/office/drawing/2014/main" id="{1936C1E1-5559-7845-2C2B-DC30C08EF7AE}"/>
              </a:ext>
            </a:extLst>
          </p:cNvPr>
          <p:cNvSpPr txBox="1"/>
          <p:nvPr/>
        </p:nvSpPr>
        <p:spPr>
          <a:xfrm>
            <a:off x="10569550" y="1871700"/>
            <a:ext cx="1014540" cy="3681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1500" err="1">
                <a:latin typeface="Arial"/>
                <a:ea typeface="MS PGothic" charset="0"/>
              </a:rPr>
              <a:t>pd.Series</a:t>
            </a:r>
            <a:endParaRPr lang="en-US" sz="1500">
              <a:latin typeface="Arial"/>
              <a:ea typeface="MS PGothic" charset="0"/>
            </a:endParaRPr>
          </a:p>
        </p:txBody>
      </p:sp>
      <p:sp>
        <p:nvSpPr>
          <p:cNvPr id="16" name="Tekstvak 15">
            <a:extLst>
              <a:ext uri="{FF2B5EF4-FFF2-40B4-BE49-F238E27FC236}">
                <a16:creationId xmlns:a16="http://schemas.microsoft.com/office/drawing/2014/main" id="{B68F16CE-B1DE-024F-E7A4-818739FC6D40}"/>
              </a:ext>
            </a:extLst>
          </p:cNvPr>
          <p:cNvSpPr txBox="1"/>
          <p:nvPr/>
        </p:nvSpPr>
        <p:spPr>
          <a:xfrm>
            <a:off x="5064165" y="4170309"/>
            <a:ext cx="60206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2000" err="1">
                <a:latin typeface="Consolas" panose="020B0609020204030204" pitchFamily="49" charset="0"/>
              </a:rPr>
              <a:t>medewerker.loc</a:t>
            </a:r>
            <a:r>
              <a:rPr lang="nl-NL" sz="2000">
                <a:latin typeface="Consolas" panose="020B0609020204030204" pitchFamily="49" charset="0"/>
              </a:rPr>
              <a:t>[:, </a:t>
            </a:r>
            <a:r>
              <a:rPr lang="nl-NL" sz="2000" b="1">
                <a:solidFill>
                  <a:srgbClr val="FF0000"/>
                </a:solidFill>
                <a:latin typeface="Consolas" panose="020B0609020204030204" pitchFamily="49" charset="0"/>
              </a:rPr>
              <a:t>[</a:t>
            </a:r>
            <a:r>
              <a:rPr lang="nl-NL" sz="2000">
                <a:latin typeface="Consolas" panose="020B0609020204030204" pitchFamily="49" charset="0"/>
              </a:rPr>
              <a:t>‘naam’, ‘woonplaats’</a:t>
            </a:r>
            <a:r>
              <a:rPr lang="nl-NL" sz="2000" b="1">
                <a:solidFill>
                  <a:srgbClr val="FF0000"/>
                </a:solidFill>
                <a:latin typeface="Consolas" panose="020B0609020204030204" pitchFamily="49" charset="0"/>
              </a:rPr>
              <a:t>]</a:t>
            </a:r>
            <a:r>
              <a:rPr lang="nl-NL" sz="2000">
                <a:latin typeface="Consolas" panose="020B0609020204030204" pitchFamily="49" charset="0"/>
              </a:rPr>
              <a:t>]</a:t>
            </a:r>
          </a:p>
        </p:txBody>
      </p:sp>
      <p:pic>
        <p:nvPicPr>
          <p:cNvPr id="20" name="Afbeelding 19">
            <a:extLst>
              <a:ext uri="{FF2B5EF4-FFF2-40B4-BE49-F238E27FC236}">
                <a16:creationId xmlns:a16="http://schemas.microsoft.com/office/drawing/2014/main" id="{2BFA7447-22FC-52B0-15D6-21F83D10DC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1736" y="4757810"/>
            <a:ext cx="1676545" cy="1988660"/>
          </a:xfrm>
          <a:prstGeom prst="rect">
            <a:avLst/>
          </a:prstGeom>
        </p:spPr>
      </p:pic>
      <p:sp>
        <p:nvSpPr>
          <p:cNvPr id="21" name="Tekstvak 20">
            <a:extLst>
              <a:ext uri="{FF2B5EF4-FFF2-40B4-BE49-F238E27FC236}">
                <a16:creationId xmlns:a16="http://schemas.microsoft.com/office/drawing/2014/main" id="{1E7494E5-70AC-7C2E-2225-EDB2DEE2C0B4}"/>
              </a:ext>
            </a:extLst>
          </p:cNvPr>
          <p:cNvSpPr txBox="1"/>
          <p:nvPr/>
        </p:nvSpPr>
        <p:spPr>
          <a:xfrm rot="2568409">
            <a:off x="9077092" y="4521437"/>
            <a:ext cx="8840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3600"/>
              <a:t>=&gt;</a:t>
            </a:r>
          </a:p>
        </p:txBody>
      </p:sp>
      <p:sp>
        <p:nvSpPr>
          <p:cNvPr id="22" name="TextBox 1">
            <a:extLst>
              <a:ext uri="{FF2B5EF4-FFF2-40B4-BE49-F238E27FC236}">
                <a16:creationId xmlns:a16="http://schemas.microsoft.com/office/drawing/2014/main" id="{19F28B67-004E-2E2E-BCEE-6856266B4FB2}"/>
              </a:ext>
            </a:extLst>
          </p:cNvPr>
          <p:cNvSpPr txBox="1"/>
          <p:nvPr/>
        </p:nvSpPr>
        <p:spPr>
          <a:xfrm>
            <a:off x="8383483" y="6197288"/>
            <a:ext cx="1418253" cy="3681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1500" err="1">
                <a:latin typeface="Arial"/>
                <a:ea typeface="MS PGothic" charset="0"/>
              </a:rPr>
              <a:t>pd.DataFrame</a:t>
            </a:r>
            <a:endParaRPr lang="en-US" sz="1500">
              <a:latin typeface="Arial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5510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15" grpId="0"/>
      <p:bldP spid="16" grpId="0"/>
      <p:bldP spid="21" grpId="0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8836E-6531-B080-70A6-CD4B29887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1364" y="6381345"/>
            <a:ext cx="2743200" cy="365125"/>
          </a:xfrm>
        </p:spPr>
        <p:txBody>
          <a:bodyPr/>
          <a:lstStyle/>
          <a:p>
            <a:fld id="{587C737D-49A5-4740-8401-0C4DFF2B9D4A}" type="slidenum">
              <a:rPr lang="nl-NL" smtClean="0"/>
              <a:pPr/>
              <a:t>6</a:t>
            </a:fld>
            <a:endParaRPr lang="nl-NL"/>
          </a:p>
        </p:txBody>
      </p:sp>
      <p:sp>
        <p:nvSpPr>
          <p:cNvPr id="7" name="Tekstvak 7">
            <a:extLst>
              <a:ext uri="{FF2B5EF4-FFF2-40B4-BE49-F238E27FC236}">
                <a16:creationId xmlns:a16="http://schemas.microsoft.com/office/drawing/2014/main" id="{44D485DA-CE64-C41D-89EA-EE617D43532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2711C9-B8C6-980A-6A8E-B70FC6573C7F}"/>
              </a:ext>
            </a:extLst>
          </p:cNvPr>
          <p:cNvSpPr txBox="1"/>
          <p:nvPr/>
        </p:nvSpPr>
        <p:spPr>
          <a:xfrm>
            <a:off x="2531828" y="-990"/>
            <a:ext cx="8636105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.loc[]: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rijen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selecteren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 met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boolean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-series</a:t>
            </a:r>
          </a:p>
        </p:txBody>
      </p: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6D403D28-38E6-E976-8636-3F973FB2541F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0">
            <a:extLst>
              <a:ext uri="{FF2B5EF4-FFF2-40B4-BE49-F238E27FC236}">
                <a16:creationId xmlns:a16="http://schemas.microsoft.com/office/drawing/2014/main" id="{E65BFFAE-7FBC-6D1A-B4AA-547B22F73BB4}"/>
              </a:ext>
            </a:extLst>
          </p:cNvPr>
          <p:cNvCxnSpPr>
            <a:cxnSpLocks/>
          </p:cNvCxnSpPr>
          <p:nvPr/>
        </p:nvCxnSpPr>
        <p:spPr>
          <a:xfrm flipV="1">
            <a:off x="6522098" y="812800"/>
            <a:ext cx="0" cy="604520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">
            <a:extLst>
              <a:ext uri="{FF2B5EF4-FFF2-40B4-BE49-F238E27FC236}">
                <a16:creationId xmlns:a16="http://schemas.microsoft.com/office/drawing/2014/main" id="{0DB2B4CD-BB42-A039-4498-39BE6FD63C1B}"/>
              </a:ext>
            </a:extLst>
          </p:cNvPr>
          <p:cNvSpPr txBox="1"/>
          <p:nvPr/>
        </p:nvSpPr>
        <p:spPr>
          <a:xfrm>
            <a:off x="1446062" y="803339"/>
            <a:ext cx="4223841" cy="460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2000" err="1">
                <a:latin typeface="Arial"/>
                <a:ea typeface="MS PGothic" charset="0"/>
              </a:rPr>
              <a:t>Stap</a:t>
            </a:r>
            <a:r>
              <a:rPr lang="en-US" sz="2000">
                <a:latin typeface="Arial"/>
                <a:ea typeface="MS PGothic" charset="0"/>
              </a:rPr>
              <a:t> 1: </a:t>
            </a:r>
            <a:r>
              <a:rPr lang="en-US" sz="2000" err="1">
                <a:latin typeface="Arial"/>
                <a:ea typeface="MS PGothic" charset="0"/>
              </a:rPr>
              <a:t>Definieer</a:t>
            </a:r>
            <a:r>
              <a:rPr lang="en-US" sz="2000">
                <a:latin typeface="Arial"/>
                <a:ea typeface="MS PGothic" charset="0"/>
              </a:rPr>
              <a:t> Boolean-</a:t>
            </a:r>
            <a:r>
              <a:rPr lang="en-US" sz="2000" err="1">
                <a:latin typeface="Arial"/>
                <a:ea typeface="MS PGothic" charset="0"/>
              </a:rPr>
              <a:t>serie</a:t>
            </a:r>
            <a:endParaRPr lang="en-US" sz="2000">
              <a:latin typeface="Arial"/>
              <a:ea typeface="MS PGothic" charset="0"/>
            </a:endParaRPr>
          </a:p>
        </p:txBody>
      </p:sp>
      <p:sp>
        <p:nvSpPr>
          <p:cNvPr id="23" name="TextBox 1">
            <a:extLst>
              <a:ext uri="{FF2B5EF4-FFF2-40B4-BE49-F238E27FC236}">
                <a16:creationId xmlns:a16="http://schemas.microsoft.com/office/drawing/2014/main" id="{AA5B0B3B-8EC8-04F5-A5F4-373B2ECCEA26}"/>
              </a:ext>
            </a:extLst>
          </p:cNvPr>
          <p:cNvSpPr txBox="1"/>
          <p:nvPr/>
        </p:nvSpPr>
        <p:spPr>
          <a:xfrm>
            <a:off x="7374294" y="822262"/>
            <a:ext cx="4223841" cy="460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2000" err="1">
                <a:latin typeface="Arial"/>
                <a:ea typeface="MS PGothic" charset="0"/>
              </a:rPr>
              <a:t>Stap</a:t>
            </a:r>
            <a:r>
              <a:rPr lang="en-US" sz="2000">
                <a:latin typeface="Arial"/>
                <a:ea typeface="MS PGothic" charset="0"/>
              </a:rPr>
              <a:t> 2: </a:t>
            </a:r>
            <a:r>
              <a:rPr lang="en-US" sz="2000" err="1">
                <a:latin typeface="Arial"/>
                <a:ea typeface="MS PGothic" charset="0"/>
              </a:rPr>
              <a:t>Roep</a:t>
            </a:r>
            <a:r>
              <a:rPr lang="en-US" sz="2000">
                <a:latin typeface="Arial"/>
                <a:ea typeface="MS PGothic" charset="0"/>
              </a:rPr>
              <a:t> .loc[] </a:t>
            </a:r>
            <a:r>
              <a:rPr lang="en-US" sz="2000" err="1">
                <a:latin typeface="Arial"/>
                <a:ea typeface="MS PGothic" charset="0"/>
              </a:rPr>
              <a:t>aan</a:t>
            </a:r>
            <a:r>
              <a:rPr lang="en-US" sz="2000">
                <a:latin typeface="Arial"/>
                <a:ea typeface="MS PGothic" charset="0"/>
              </a:rPr>
              <a:t>.</a:t>
            </a:r>
          </a:p>
        </p:txBody>
      </p:sp>
      <p:pic>
        <p:nvPicPr>
          <p:cNvPr id="25" name="Afbeelding 24">
            <a:extLst>
              <a:ext uri="{FF2B5EF4-FFF2-40B4-BE49-F238E27FC236}">
                <a16:creationId xmlns:a16="http://schemas.microsoft.com/office/drawing/2014/main" id="{8BF838A3-1BE1-341D-9DFF-967420520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193" y="1423899"/>
            <a:ext cx="4686706" cy="3129667"/>
          </a:xfrm>
          <a:prstGeom prst="rect">
            <a:avLst/>
          </a:prstGeom>
        </p:spPr>
      </p:pic>
      <p:pic>
        <p:nvPicPr>
          <p:cNvPr id="30" name="Afbeelding 29">
            <a:extLst>
              <a:ext uri="{FF2B5EF4-FFF2-40B4-BE49-F238E27FC236}">
                <a16:creationId xmlns:a16="http://schemas.microsoft.com/office/drawing/2014/main" id="{9ED0F660-5724-6950-EEA7-DA8293FCF1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9880" y="1424358"/>
            <a:ext cx="5247048" cy="3129208"/>
          </a:xfrm>
          <a:prstGeom prst="rect">
            <a:avLst/>
          </a:prstGeom>
        </p:spPr>
      </p:pic>
      <p:sp>
        <p:nvSpPr>
          <p:cNvPr id="32" name="TextBox 1">
            <a:extLst>
              <a:ext uri="{FF2B5EF4-FFF2-40B4-BE49-F238E27FC236}">
                <a16:creationId xmlns:a16="http://schemas.microsoft.com/office/drawing/2014/main" id="{2CE12FF9-CC35-2F68-2EA7-FF3D5E7BC17B}"/>
              </a:ext>
            </a:extLst>
          </p:cNvPr>
          <p:cNvSpPr txBox="1"/>
          <p:nvPr/>
        </p:nvSpPr>
        <p:spPr>
          <a:xfrm>
            <a:off x="1045735" y="5174129"/>
            <a:ext cx="5362905" cy="1536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b="1">
                <a:latin typeface="Arial"/>
                <a:ea typeface="MS PGothic" charset="0"/>
              </a:rPr>
              <a:t>Wat </a:t>
            </a:r>
            <a:r>
              <a:rPr lang="en-US" b="1" err="1">
                <a:latin typeface="Arial"/>
                <a:ea typeface="MS PGothic" charset="0"/>
              </a:rPr>
              <a:t>zegt</a:t>
            </a:r>
            <a:r>
              <a:rPr lang="en-US" b="1">
                <a:latin typeface="Arial"/>
                <a:ea typeface="MS PGothic" charset="0"/>
              </a:rPr>
              <a:t> </a:t>
            </a:r>
            <a:r>
              <a:rPr lang="en-US" b="1" err="1">
                <a:latin typeface="Arial"/>
                <a:ea typeface="MS PGothic" charset="0"/>
              </a:rPr>
              <a:t>dit</a:t>
            </a:r>
            <a:r>
              <a:rPr lang="en-US" b="1">
                <a:latin typeface="Arial"/>
                <a:ea typeface="MS PGothic" charset="0"/>
              </a:rPr>
              <a:t>?</a:t>
            </a:r>
          </a:p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>
                <a:latin typeface="Arial"/>
                <a:ea typeface="MS PGothic" charset="0"/>
              </a:rPr>
              <a:t>De </a:t>
            </a:r>
            <a:r>
              <a:rPr lang="en-US" err="1">
                <a:latin typeface="Arial"/>
                <a:ea typeface="MS PGothic" charset="0"/>
              </a:rPr>
              <a:t>eerste</a:t>
            </a:r>
            <a:r>
              <a:rPr lang="en-US">
                <a:latin typeface="Arial"/>
                <a:ea typeface="MS PGothic" charset="0"/>
              </a:rPr>
              <a:t> twee </a:t>
            </a:r>
            <a:r>
              <a:rPr lang="en-US" err="1">
                <a:latin typeface="Arial"/>
                <a:ea typeface="MS PGothic" charset="0"/>
              </a:rPr>
              <a:t>medewerkers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komen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uit</a:t>
            </a:r>
            <a:r>
              <a:rPr lang="en-US">
                <a:latin typeface="Arial"/>
                <a:ea typeface="MS PGothic" charset="0"/>
              </a:rPr>
              <a:t> Leiden.</a:t>
            </a:r>
          </a:p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>
                <a:latin typeface="Arial"/>
                <a:ea typeface="MS PGothic" charset="0"/>
              </a:rPr>
              <a:t>De </a:t>
            </a:r>
            <a:r>
              <a:rPr lang="en-US" err="1">
                <a:latin typeface="Arial"/>
                <a:ea typeface="MS PGothic" charset="0"/>
              </a:rPr>
              <a:t>derde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en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vierde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niet</a:t>
            </a:r>
            <a:r>
              <a:rPr lang="en-US">
                <a:latin typeface="Arial"/>
                <a:ea typeface="MS PGothic" charset="0"/>
              </a:rPr>
              <a:t>.</a:t>
            </a:r>
          </a:p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>
                <a:latin typeface="Arial"/>
                <a:ea typeface="MS PGothic" charset="0"/>
              </a:rPr>
              <a:t>De </a:t>
            </a:r>
            <a:r>
              <a:rPr lang="en-US" err="1">
                <a:latin typeface="Arial"/>
                <a:ea typeface="MS PGothic" charset="0"/>
              </a:rPr>
              <a:t>vijfde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wel</a:t>
            </a:r>
            <a:r>
              <a:rPr lang="en-US">
                <a:latin typeface="Arial"/>
                <a:ea typeface="MS PGothic" charset="0"/>
              </a:rPr>
              <a:t>, maar de </a:t>
            </a:r>
            <a:r>
              <a:rPr lang="en-US" err="1">
                <a:latin typeface="Arial"/>
                <a:ea typeface="MS PGothic" charset="0"/>
              </a:rPr>
              <a:t>zesde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weer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niet</a:t>
            </a:r>
            <a:r>
              <a:rPr lang="en-US">
                <a:latin typeface="Arial"/>
                <a:ea typeface="MS PGothic" charset="0"/>
              </a:rPr>
              <a:t>.</a:t>
            </a:r>
          </a:p>
        </p:txBody>
      </p:sp>
      <p:sp>
        <p:nvSpPr>
          <p:cNvPr id="33" name="TextBox 1">
            <a:extLst>
              <a:ext uri="{FF2B5EF4-FFF2-40B4-BE49-F238E27FC236}">
                <a16:creationId xmlns:a16="http://schemas.microsoft.com/office/drawing/2014/main" id="{58F9CCB9-1C2F-0B41-FD0D-B156E310175C}"/>
              </a:ext>
            </a:extLst>
          </p:cNvPr>
          <p:cNvSpPr txBox="1"/>
          <p:nvPr/>
        </p:nvSpPr>
        <p:spPr>
          <a:xfrm>
            <a:off x="6734023" y="4594609"/>
            <a:ext cx="5362905" cy="2279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>
                <a:latin typeface="Arial"/>
                <a:ea typeface="MS PGothic" charset="0"/>
              </a:rPr>
              <a:t>Let </a:t>
            </a:r>
            <a:r>
              <a:rPr lang="en-US" err="1">
                <a:latin typeface="Arial"/>
                <a:ea typeface="MS PGothic" charset="0"/>
              </a:rPr>
              <a:t>goed</a:t>
            </a:r>
            <a:r>
              <a:rPr lang="en-US">
                <a:latin typeface="Arial"/>
                <a:ea typeface="MS PGothic" charset="0"/>
              </a:rPr>
              <a:t> op de ronde </a:t>
            </a:r>
            <a:r>
              <a:rPr lang="en-US" err="1">
                <a:latin typeface="Arial"/>
                <a:ea typeface="MS PGothic" charset="0"/>
              </a:rPr>
              <a:t>haakjes</a:t>
            </a:r>
            <a:r>
              <a:rPr lang="en-US">
                <a:latin typeface="Arial"/>
                <a:ea typeface="MS PGothic" charset="0"/>
              </a:rPr>
              <a:t>!</a:t>
            </a:r>
          </a:p>
          <a:p>
            <a:pPr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endParaRPr lang="en-US">
              <a:latin typeface="Arial"/>
              <a:ea typeface="MS PGothic" charset="0"/>
            </a:endParaRPr>
          </a:p>
          <a:p>
            <a:pPr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>
                <a:latin typeface="Arial"/>
                <a:ea typeface="MS PGothic" charset="0"/>
              </a:rPr>
              <a:t>Je </a:t>
            </a:r>
            <a:r>
              <a:rPr lang="en-US" err="1">
                <a:latin typeface="Arial"/>
                <a:ea typeface="MS PGothic" charset="0"/>
              </a:rPr>
              <a:t>kan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logische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operatoren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zó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gebruiken</a:t>
            </a:r>
            <a:r>
              <a:rPr lang="en-US">
                <a:latin typeface="Arial"/>
                <a:ea typeface="MS PGothic" charset="0"/>
              </a:rPr>
              <a:t>:</a:t>
            </a:r>
          </a:p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>
                <a:latin typeface="Arial"/>
                <a:ea typeface="MS PGothic" charset="0"/>
              </a:rPr>
              <a:t>AND: (&lt;</a:t>
            </a:r>
            <a:r>
              <a:rPr lang="en-US" err="1">
                <a:latin typeface="Arial"/>
                <a:ea typeface="MS PGothic" charset="0"/>
              </a:rPr>
              <a:t>boolean-serie</a:t>
            </a:r>
            <a:r>
              <a:rPr lang="en-US">
                <a:latin typeface="Arial"/>
                <a:ea typeface="MS PGothic" charset="0"/>
              </a:rPr>
              <a:t>&gt;) </a:t>
            </a:r>
            <a:r>
              <a:rPr lang="en-US" b="1">
                <a:highlight>
                  <a:srgbClr val="FFFF00"/>
                </a:highlight>
                <a:latin typeface="Arial"/>
                <a:ea typeface="MS PGothic" charset="0"/>
              </a:rPr>
              <a:t>&amp;</a:t>
            </a:r>
            <a:r>
              <a:rPr lang="en-US">
                <a:latin typeface="Arial"/>
                <a:ea typeface="MS PGothic" charset="0"/>
              </a:rPr>
              <a:t> (&lt;</a:t>
            </a:r>
            <a:r>
              <a:rPr lang="en-US" err="1">
                <a:latin typeface="Arial"/>
                <a:ea typeface="MS PGothic" charset="0"/>
              </a:rPr>
              <a:t>boolean-serie</a:t>
            </a:r>
            <a:r>
              <a:rPr lang="en-US">
                <a:latin typeface="Arial"/>
                <a:ea typeface="MS PGothic" charset="0"/>
              </a:rPr>
              <a:t>&gt;)</a:t>
            </a:r>
          </a:p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>
                <a:latin typeface="Arial"/>
                <a:ea typeface="MS PGothic" charset="0"/>
              </a:rPr>
              <a:t>OR: (&lt;</a:t>
            </a:r>
            <a:r>
              <a:rPr lang="en-US" err="1">
                <a:latin typeface="Arial"/>
                <a:ea typeface="MS PGothic" charset="0"/>
              </a:rPr>
              <a:t>boolean-serie</a:t>
            </a:r>
            <a:r>
              <a:rPr lang="en-US">
                <a:latin typeface="Arial"/>
                <a:ea typeface="MS PGothic" charset="0"/>
              </a:rPr>
              <a:t>&gt;) </a:t>
            </a:r>
            <a:r>
              <a:rPr lang="en-US" b="1">
                <a:highlight>
                  <a:srgbClr val="FFFF00"/>
                </a:highlight>
                <a:latin typeface="Arial"/>
                <a:ea typeface="MS PGothic" charset="0"/>
              </a:rPr>
              <a:t>|</a:t>
            </a:r>
            <a:r>
              <a:rPr lang="en-US">
                <a:latin typeface="Arial"/>
                <a:ea typeface="MS PGothic" charset="0"/>
              </a:rPr>
              <a:t> (&lt;</a:t>
            </a:r>
            <a:r>
              <a:rPr lang="en-US" err="1">
                <a:latin typeface="Arial"/>
                <a:ea typeface="MS PGothic" charset="0"/>
              </a:rPr>
              <a:t>boolean-serie</a:t>
            </a:r>
            <a:r>
              <a:rPr lang="en-US">
                <a:latin typeface="Arial"/>
                <a:ea typeface="MS PGothic" charset="0"/>
              </a:rPr>
              <a:t>&gt;)</a:t>
            </a:r>
          </a:p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>
                <a:latin typeface="Arial"/>
                <a:ea typeface="MS PGothic" charset="0"/>
              </a:rPr>
              <a:t>NOT: </a:t>
            </a:r>
            <a:r>
              <a:rPr lang="en-US" b="1">
                <a:highlight>
                  <a:srgbClr val="FFFF00"/>
                </a:highlight>
                <a:latin typeface="Arial"/>
                <a:ea typeface="MS PGothic" charset="0"/>
              </a:rPr>
              <a:t>~</a:t>
            </a:r>
            <a:r>
              <a:rPr lang="en-US">
                <a:latin typeface="Arial"/>
                <a:ea typeface="MS PGothic" charset="0"/>
              </a:rPr>
              <a:t>(&lt;</a:t>
            </a:r>
            <a:r>
              <a:rPr lang="en-US" err="1">
                <a:latin typeface="Arial"/>
                <a:ea typeface="MS PGothic" charset="0"/>
              </a:rPr>
              <a:t>boolean-serie</a:t>
            </a:r>
            <a:r>
              <a:rPr lang="en-US">
                <a:latin typeface="Arial"/>
                <a:ea typeface="MS PGothic" charset="0"/>
              </a:rPr>
              <a:t>&gt;)</a:t>
            </a:r>
          </a:p>
        </p:txBody>
      </p:sp>
    </p:spTree>
    <p:extLst>
      <p:ext uri="{BB962C8B-B14F-4D97-AF65-F5344CB8AC3E}">
        <p14:creationId xmlns:p14="http://schemas.microsoft.com/office/powerpoint/2010/main" val="2530486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8836E-6531-B080-70A6-CD4B29887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1364" y="6381345"/>
            <a:ext cx="2743200" cy="365125"/>
          </a:xfrm>
        </p:spPr>
        <p:txBody>
          <a:bodyPr/>
          <a:lstStyle/>
          <a:p>
            <a:fld id="{587C737D-49A5-4740-8401-0C4DFF2B9D4A}" type="slidenum">
              <a:rPr lang="nl-NL" smtClean="0"/>
              <a:pPr/>
              <a:t>7</a:t>
            </a:fld>
            <a:endParaRPr lang="nl-NL"/>
          </a:p>
        </p:txBody>
      </p:sp>
      <p:sp>
        <p:nvSpPr>
          <p:cNvPr id="7" name="Tekstvak 7">
            <a:extLst>
              <a:ext uri="{FF2B5EF4-FFF2-40B4-BE49-F238E27FC236}">
                <a16:creationId xmlns:a16="http://schemas.microsoft.com/office/drawing/2014/main" id="{44D485DA-CE64-C41D-89EA-EE617D43532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2711C9-B8C6-980A-6A8E-B70FC6573C7F}"/>
              </a:ext>
            </a:extLst>
          </p:cNvPr>
          <p:cNvSpPr txBox="1"/>
          <p:nvPr/>
        </p:nvSpPr>
        <p:spPr>
          <a:xfrm>
            <a:off x="669602" y="-52863"/>
            <a:ext cx="11522397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.loc[]: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rijen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selecteren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 op (al dan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niet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)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lege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waarden</a:t>
            </a:r>
            <a:endParaRPr lang="en-US" sz="3000" b="1">
              <a:solidFill>
                <a:srgbClr val="829C30"/>
              </a:solidFill>
              <a:latin typeface="Arial"/>
              <a:ea typeface="MS PGothic" charset="0"/>
            </a:endParaRPr>
          </a:p>
        </p:txBody>
      </p: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6D403D28-38E6-E976-8636-3F973FB2541F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0">
            <a:extLst>
              <a:ext uri="{FF2B5EF4-FFF2-40B4-BE49-F238E27FC236}">
                <a16:creationId xmlns:a16="http://schemas.microsoft.com/office/drawing/2014/main" id="{E65BFFAE-7FBC-6D1A-B4AA-547B22F73BB4}"/>
              </a:ext>
            </a:extLst>
          </p:cNvPr>
          <p:cNvCxnSpPr>
            <a:cxnSpLocks/>
          </p:cNvCxnSpPr>
          <p:nvPr/>
        </p:nvCxnSpPr>
        <p:spPr>
          <a:xfrm flipV="1">
            <a:off x="6522098" y="812800"/>
            <a:ext cx="0" cy="604520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">
            <a:extLst>
              <a:ext uri="{FF2B5EF4-FFF2-40B4-BE49-F238E27FC236}">
                <a16:creationId xmlns:a16="http://schemas.microsoft.com/office/drawing/2014/main" id="{0DB2B4CD-BB42-A039-4498-39BE6FD63C1B}"/>
              </a:ext>
            </a:extLst>
          </p:cNvPr>
          <p:cNvSpPr txBox="1"/>
          <p:nvPr/>
        </p:nvSpPr>
        <p:spPr>
          <a:xfrm>
            <a:off x="1196699" y="742004"/>
            <a:ext cx="4748253" cy="460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2000" err="1">
                <a:latin typeface="Arial"/>
                <a:ea typeface="MS PGothic" charset="0"/>
              </a:rPr>
              <a:t>Stap</a:t>
            </a:r>
            <a:r>
              <a:rPr lang="en-US" sz="2000">
                <a:latin typeface="Arial"/>
                <a:ea typeface="MS PGothic" charset="0"/>
              </a:rPr>
              <a:t> 1: </a:t>
            </a:r>
            <a:r>
              <a:rPr lang="en-US" sz="2000" err="1">
                <a:latin typeface="Arial"/>
                <a:ea typeface="MS PGothic" charset="0"/>
              </a:rPr>
              <a:t>Definieer</a:t>
            </a:r>
            <a:r>
              <a:rPr lang="en-US" sz="2000">
                <a:latin typeface="Arial"/>
                <a:ea typeface="MS PGothic" charset="0"/>
              </a:rPr>
              <a:t> Boolean-</a:t>
            </a:r>
            <a:r>
              <a:rPr lang="en-US" sz="2000" err="1">
                <a:latin typeface="Arial"/>
                <a:ea typeface="MS PGothic" charset="0"/>
              </a:rPr>
              <a:t>serie</a:t>
            </a:r>
            <a:r>
              <a:rPr lang="en-US" sz="2000">
                <a:latin typeface="Arial"/>
                <a:ea typeface="MS PGothic" charset="0"/>
              </a:rPr>
              <a:t> met </a:t>
            </a:r>
            <a:r>
              <a:rPr lang="en-US" sz="2000" err="1">
                <a:latin typeface="Arial"/>
                <a:ea typeface="MS PGothic" charset="0"/>
              </a:rPr>
              <a:t>na</a:t>
            </a:r>
            <a:r>
              <a:rPr lang="en-US" sz="2000">
                <a:latin typeface="Arial"/>
                <a:ea typeface="MS PGothic" charset="0"/>
              </a:rPr>
              <a:t>()</a:t>
            </a:r>
          </a:p>
        </p:txBody>
      </p:sp>
      <p:sp>
        <p:nvSpPr>
          <p:cNvPr id="23" name="TextBox 1">
            <a:extLst>
              <a:ext uri="{FF2B5EF4-FFF2-40B4-BE49-F238E27FC236}">
                <a16:creationId xmlns:a16="http://schemas.microsoft.com/office/drawing/2014/main" id="{AA5B0B3B-8EC8-04F5-A5F4-373B2ECCEA26}"/>
              </a:ext>
            </a:extLst>
          </p:cNvPr>
          <p:cNvSpPr txBox="1"/>
          <p:nvPr/>
        </p:nvSpPr>
        <p:spPr>
          <a:xfrm>
            <a:off x="7374294" y="822262"/>
            <a:ext cx="4223841" cy="460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2000" err="1">
                <a:latin typeface="Arial"/>
                <a:ea typeface="MS PGothic" charset="0"/>
              </a:rPr>
              <a:t>Stap</a:t>
            </a:r>
            <a:r>
              <a:rPr lang="en-US" sz="2000">
                <a:latin typeface="Arial"/>
                <a:ea typeface="MS PGothic" charset="0"/>
              </a:rPr>
              <a:t> 2: </a:t>
            </a:r>
            <a:r>
              <a:rPr lang="en-US" sz="2000" err="1">
                <a:latin typeface="Arial"/>
                <a:ea typeface="MS PGothic" charset="0"/>
              </a:rPr>
              <a:t>Roep</a:t>
            </a:r>
            <a:r>
              <a:rPr lang="en-US" sz="2000">
                <a:latin typeface="Arial"/>
                <a:ea typeface="MS PGothic" charset="0"/>
              </a:rPr>
              <a:t> .loc[] </a:t>
            </a:r>
            <a:r>
              <a:rPr lang="en-US" sz="2000" err="1">
                <a:latin typeface="Arial"/>
                <a:ea typeface="MS PGothic" charset="0"/>
              </a:rPr>
              <a:t>aan</a:t>
            </a:r>
            <a:r>
              <a:rPr lang="en-US" sz="2000">
                <a:latin typeface="Arial"/>
                <a:ea typeface="MS PGothic" charset="0"/>
              </a:rPr>
              <a:t>.</a:t>
            </a:r>
          </a:p>
        </p:txBody>
      </p:sp>
      <p:sp>
        <p:nvSpPr>
          <p:cNvPr id="32" name="TextBox 1">
            <a:extLst>
              <a:ext uri="{FF2B5EF4-FFF2-40B4-BE49-F238E27FC236}">
                <a16:creationId xmlns:a16="http://schemas.microsoft.com/office/drawing/2014/main" id="{2CE12FF9-CC35-2F68-2EA7-FF3D5E7BC17B}"/>
              </a:ext>
            </a:extLst>
          </p:cNvPr>
          <p:cNvSpPr txBox="1"/>
          <p:nvPr/>
        </p:nvSpPr>
        <p:spPr>
          <a:xfrm>
            <a:off x="1053231" y="4949914"/>
            <a:ext cx="5362905" cy="19080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b="1">
                <a:latin typeface="Arial"/>
                <a:ea typeface="MS PGothic" charset="0"/>
              </a:rPr>
              <a:t>Wat </a:t>
            </a:r>
            <a:r>
              <a:rPr lang="en-US" b="1" err="1">
                <a:latin typeface="Arial"/>
                <a:ea typeface="MS PGothic" charset="0"/>
              </a:rPr>
              <a:t>zegt</a:t>
            </a:r>
            <a:r>
              <a:rPr lang="en-US" b="1">
                <a:latin typeface="Arial"/>
                <a:ea typeface="MS PGothic" charset="0"/>
              </a:rPr>
              <a:t> </a:t>
            </a:r>
            <a:r>
              <a:rPr lang="en-US" b="1" err="1">
                <a:latin typeface="Arial"/>
                <a:ea typeface="MS PGothic" charset="0"/>
              </a:rPr>
              <a:t>en</a:t>
            </a:r>
            <a:r>
              <a:rPr lang="en-US" b="1">
                <a:latin typeface="Arial"/>
                <a:ea typeface="MS PGothic" charset="0"/>
              </a:rPr>
              <a:t> wat </a:t>
            </a:r>
            <a:r>
              <a:rPr lang="en-US" b="1" err="1">
                <a:latin typeface="Arial"/>
                <a:ea typeface="MS PGothic" charset="0"/>
              </a:rPr>
              <a:t>doet</a:t>
            </a:r>
            <a:r>
              <a:rPr lang="en-US" b="1">
                <a:latin typeface="Arial"/>
                <a:ea typeface="MS PGothic" charset="0"/>
              </a:rPr>
              <a:t> </a:t>
            </a:r>
            <a:r>
              <a:rPr lang="en-US" b="1" err="1">
                <a:latin typeface="Arial"/>
                <a:ea typeface="MS PGothic" charset="0"/>
              </a:rPr>
              <a:t>dit</a:t>
            </a:r>
            <a:r>
              <a:rPr lang="en-US" b="1">
                <a:latin typeface="Arial"/>
                <a:ea typeface="MS PGothic" charset="0"/>
              </a:rPr>
              <a:t>?</a:t>
            </a:r>
          </a:p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>
                <a:latin typeface="Arial"/>
                <a:ea typeface="MS PGothic" charset="0"/>
              </a:rPr>
              <a:t>Alleen de </a:t>
            </a:r>
            <a:r>
              <a:rPr lang="en-US" err="1">
                <a:latin typeface="Arial"/>
                <a:ea typeface="MS PGothic" charset="0"/>
              </a:rPr>
              <a:t>vierde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medewerker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heeft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geen</a:t>
            </a:r>
            <a:r>
              <a:rPr lang="en-US">
                <a:latin typeface="Arial"/>
                <a:ea typeface="MS PGothic" charset="0"/>
              </a:rPr>
              <a:t> baas.</a:t>
            </a:r>
          </a:p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>
                <a:latin typeface="Arial"/>
                <a:ea typeface="MS PGothic" charset="0"/>
              </a:rPr>
              <a:t>Met </a:t>
            </a:r>
            <a:r>
              <a:rPr lang="en-US" err="1">
                <a:latin typeface="Arial"/>
                <a:ea typeface="MS PGothic" charset="0"/>
              </a:rPr>
              <a:t>isna</a:t>
            </a:r>
            <a:r>
              <a:rPr lang="en-US">
                <a:latin typeface="Arial"/>
                <a:ea typeface="MS PGothic" charset="0"/>
              </a:rPr>
              <a:t>() </a:t>
            </a:r>
            <a:r>
              <a:rPr lang="en-US" err="1">
                <a:latin typeface="Arial"/>
                <a:ea typeface="MS PGothic" charset="0"/>
              </a:rPr>
              <a:t>selecteer</a:t>
            </a:r>
            <a:r>
              <a:rPr lang="en-US">
                <a:latin typeface="Arial"/>
                <a:ea typeface="MS PGothic" charset="0"/>
              </a:rPr>
              <a:t> je </a:t>
            </a:r>
            <a:r>
              <a:rPr lang="en-US" err="1">
                <a:latin typeface="Arial"/>
                <a:ea typeface="MS PGothic" charset="0"/>
              </a:rPr>
              <a:t>niet-ingevulde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kolommen</a:t>
            </a:r>
            <a:r>
              <a:rPr lang="en-US">
                <a:latin typeface="Arial"/>
                <a:ea typeface="MS PGothic" charset="0"/>
              </a:rPr>
              <a:t>, met </a:t>
            </a:r>
            <a:r>
              <a:rPr lang="en-US" err="1">
                <a:latin typeface="Arial"/>
                <a:ea typeface="MS PGothic" charset="0"/>
              </a:rPr>
              <a:t>notna</a:t>
            </a:r>
            <a:r>
              <a:rPr lang="en-US">
                <a:latin typeface="Arial"/>
                <a:ea typeface="MS PGothic" charset="0"/>
              </a:rPr>
              <a:t>() </a:t>
            </a:r>
            <a:r>
              <a:rPr lang="en-US" err="1">
                <a:latin typeface="Arial"/>
                <a:ea typeface="MS PGothic" charset="0"/>
              </a:rPr>
              <a:t>wel-ingevulde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kolommen</a:t>
            </a:r>
            <a:r>
              <a:rPr lang="en-US">
                <a:latin typeface="Arial"/>
                <a:ea typeface="MS PGothic" charset="0"/>
              </a:rPr>
              <a:t>.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1D9E36DD-9F59-AE1C-BA02-7D41CEDC8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646" y="1423898"/>
            <a:ext cx="4936810" cy="3129667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74C8EE76-E2EF-AA04-F980-5C0D35387E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4117" y="2672140"/>
            <a:ext cx="5281937" cy="188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374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8836E-6531-B080-70A6-CD4B29887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1364" y="6381345"/>
            <a:ext cx="2743200" cy="365125"/>
          </a:xfrm>
        </p:spPr>
        <p:txBody>
          <a:bodyPr/>
          <a:lstStyle/>
          <a:p>
            <a:fld id="{587C737D-49A5-4740-8401-0C4DFF2B9D4A}" type="slidenum">
              <a:rPr lang="nl-NL" smtClean="0"/>
              <a:pPr/>
              <a:t>8</a:t>
            </a:fld>
            <a:endParaRPr lang="nl-NL"/>
          </a:p>
        </p:txBody>
      </p:sp>
      <p:sp>
        <p:nvSpPr>
          <p:cNvPr id="7" name="Tekstvak 7">
            <a:extLst>
              <a:ext uri="{FF2B5EF4-FFF2-40B4-BE49-F238E27FC236}">
                <a16:creationId xmlns:a16="http://schemas.microsoft.com/office/drawing/2014/main" id="{44D485DA-CE64-C41D-89EA-EE617D43532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2711C9-B8C6-980A-6A8E-B70FC6573C7F}"/>
              </a:ext>
            </a:extLst>
          </p:cNvPr>
          <p:cNvSpPr txBox="1"/>
          <p:nvPr/>
        </p:nvSpPr>
        <p:spPr>
          <a:xfrm>
            <a:off x="669602" y="-52863"/>
            <a:ext cx="11522397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.loc[]: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rijen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selecteren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 op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delen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 van strings</a:t>
            </a:r>
          </a:p>
        </p:txBody>
      </p: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6D403D28-38E6-E976-8636-3F973FB2541F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0">
            <a:extLst>
              <a:ext uri="{FF2B5EF4-FFF2-40B4-BE49-F238E27FC236}">
                <a16:creationId xmlns:a16="http://schemas.microsoft.com/office/drawing/2014/main" id="{E65BFFAE-7FBC-6D1A-B4AA-547B22F73BB4}"/>
              </a:ext>
            </a:extLst>
          </p:cNvPr>
          <p:cNvCxnSpPr>
            <a:cxnSpLocks/>
          </p:cNvCxnSpPr>
          <p:nvPr/>
        </p:nvCxnSpPr>
        <p:spPr>
          <a:xfrm flipV="1">
            <a:off x="6522098" y="812800"/>
            <a:ext cx="0" cy="604520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">
            <a:extLst>
              <a:ext uri="{FF2B5EF4-FFF2-40B4-BE49-F238E27FC236}">
                <a16:creationId xmlns:a16="http://schemas.microsoft.com/office/drawing/2014/main" id="{0DB2B4CD-BB42-A039-4498-39BE6FD63C1B}"/>
              </a:ext>
            </a:extLst>
          </p:cNvPr>
          <p:cNvSpPr txBox="1"/>
          <p:nvPr/>
        </p:nvSpPr>
        <p:spPr>
          <a:xfrm>
            <a:off x="1446062" y="803339"/>
            <a:ext cx="4223841" cy="460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2000" err="1">
                <a:latin typeface="Arial"/>
                <a:ea typeface="MS PGothic" charset="0"/>
              </a:rPr>
              <a:t>Definieer</a:t>
            </a:r>
            <a:r>
              <a:rPr lang="en-US" sz="2000">
                <a:latin typeface="Arial"/>
                <a:ea typeface="MS PGothic" charset="0"/>
              </a:rPr>
              <a:t> Boolean-</a:t>
            </a:r>
            <a:r>
              <a:rPr lang="en-US" sz="2000" err="1">
                <a:latin typeface="Arial"/>
                <a:ea typeface="MS PGothic" charset="0"/>
              </a:rPr>
              <a:t>serie</a:t>
            </a:r>
            <a:r>
              <a:rPr lang="en-US" sz="2000">
                <a:latin typeface="Arial"/>
                <a:ea typeface="MS PGothic" charset="0"/>
              </a:rPr>
              <a:t> met .str</a:t>
            </a:r>
            <a:r>
              <a:rPr lang="nl-NL" sz="2000">
                <a:latin typeface="Arial"/>
                <a:ea typeface="MS PGothic" charset="0"/>
              </a:rPr>
              <a:t>[]</a:t>
            </a:r>
            <a:endParaRPr lang="en-US" sz="2000">
              <a:latin typeface="Arial"/>
              <a:ea typeface="MS PGothic" charset="0"/>
            </a:endParaRPr>
          </a:p>
        </p:txBody>
      </p:sp>
      <p:sp>
        <p:nvSpPr>
          <p:cNvPr id="23" name="TextBox 1">
            <a:extLst>
              <a:ext uri="{FF2B5EF4-FFF2-40B4-BE49-F238E27FC236}">
                <a16:creationId xmlns:a16="http://schemas.microsoft.com/office/drawing/2014/main" id="{AA5B0B3B-8EC8-04F5-A5F4-373B2ECCEA26}"/>
              </a:ext>
            </a:extLst>
          </p:cNvPr>
          <p:cNvSpPr txBox="1"/>
          <p:nvPr/>
        </p:nvSpPr>
        <p:spPr>
          <a:xfrm>
            <a:off x="6595466" y="822262"/>
            <a:ext cx="5596534" cy="460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2000" err="1">
                <a:latin typeface="Arial"/>
                <a:ea typeface="MS PGothic" charset="0"/>
              </a:rPr>
              <a:t>Definieer</a:t>
            </a:r>
            <a:r>
              <a:rPr lang="en-US" sz="2000">
                <a:latin typeface="Arial"/>
                <a:ea typeface="MS PGothic" charset="0"/>
              </a:rPr>
              <a:t> Boolean-</a:t>
            </a:r>
            <a:r>
              <a:rPr lang="en-US" sz="2000" err="1">
                <a:latin typeface="Arial"/>
                <a:ea typeface="MS PGothic" charset="0"/>
              </a:rPr>
              <a:t>serie</a:t>
            </a:r>
            <a:r>
              <a:rPr lang="en-US" sz="2000">
                <a:latin typeface="Arial"/>
                <a:ea typeface="MS PGothic" charset="0"/>
              </a:rPr>
              <a:t> met .</a:t>
            </a:r>
            <a:r>
              <a:rPr lang="en-US" sz="2000" err="1">
                <a:latin typeface="Arial"/>
                <a:ea typeface="MS PGothic" charset="0"/>
              </a:rPr>
              <a:t>str.contains</a:t>
            </a:r>
            <a:r>
              <a:rPr lang="en-US" sz="2000">
                <a:latin typeface="Arial"/>
                <a:ea typeface="MS PGothic" charset="0"/>
              </a:rPr>
              <a:t>()</a:t>
            </a:r>
          </a:p>
        </p:txBody>
      </p:sp>
      <p:sp>
        <p:nvSpPr>
          <p:cNvPr id="32" name="TextBox 1">
            <a:extLst>
              <a:ext uri="{FF2B5EF4-FFF2-40B4-BE49-F238E27FC236}">
                <a16:creationId xmlns:a16="http://schemas.microsoft.com/office/drawing/2014/main" id="{2CE12FF9-CC35-2F68-2EA7-FF3D5E7BC17B}"/>
              </a:ext>
            </a:extLst>
          </p:cNvPr>
          <p:cNvSpPr txBox="1"/>
          <p:nvPr/>
        </p:nvSpPr>
        <p:spPr>
          <a:xfrm>
            <a:off x="988290" y="5027011"/>
            <a:ext cx="5362905" cy="1536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b="1">
                <a:latin typeface="Arial"/>
                <a:ea typeface="MS PGothic" charset="0"/>
              </a:rPr>
              <a:t>Wat </a:t>
            </a:r>
            <a:r>
              <a:rPr lang="en-US" b="1" err="1">
                <a:latin typeface="Arial"/>
                <a:ea typeface="MS PGothic" charset="0"/>
              </a:rPr>
              <a:t>zegt</a:t>
            </a:r>
            <a:r>
              <a:rPr lang="en-US" b="1">
                <a:latin typeface="Arial"/>
                <a:ea typeface="MS PGothic" charset="0"/>
              </a:rPr>
              <a:t> </a:t>
            </a:r>
            <a:r>
              <a:rPr lang="en-US" b="1" err="1">
                <a:latin typeface="Arial"/>
                <a:ea typeface="MS PGothic" charset="0"/>
              </a:rPr>
              <a:t>en</a:t>
            </a:r>
            <a:r>
              <a:rPr lang="en-US" b="1">
                <a:latin typeface="Arial"/>
                <a:ea typeface="MS PGothic" charset="0"/>
              </a:rPr>
              <a:t> wat </a:t>
            </a:r>
            <a:r>
              <a:rPr lang="en-US" b="1" err="1">
                <a:latin typeface="Arial"/>
                <a:ea typeface="MS PGothic" charset="0"/>
              </a:rPr>
              <a:t>doet</a:t>
            </a:r>
            <a:r>
              <a:rPr lang="en-US" b="1">
                <a:latin typeface="Arial"/>
                <a:ea typeface="MS PGothic" charset="0"/>
              </a:rPr>
              <a:t> </a:t>
            </a:r>
            <a:r>
              <a:rPr lang="en-US" b="1" err="1">
                <a:latin typeface="Arial"/>
                <a:ea typeface="MS PGothic" charset="0"/>
              </a:rPr>
              <a:t>dit</a:t>
            </a:r>
            <a:r>
              <a:rPr lang="en-US" b="1">
                <a:latin typeface="Arial"/>
                <a:ea typeface="MS PGothic" charset="0"/>
              </a:rPr>
              <a:t>?</a:t>
            </a:r>
          </a:p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>
                <a:latin typeface="Arial"/>
                <a:ea typeface="MS PGothic" charset="0"/>
              </a:rPr>
              <a:t>Met .str[0] </a:t>
            </a:r>
            <a:r>
              <a:rPr lang="en-US" err="1">
                <a:latin typeface="Arial"/>
                <a:ea typeface="MS PGothic" charset="0"/>
              </a:rPr>
              <a:t>wordt</a:t>
            </a:r>
            <a:r>
              <a:rPr lang="en-US">
                <a:latin typeface="Arial"/>
                <a:ea typeface="MS PGothic" charset="0"/>
              </a:rPr>
              <a:t> de </a:t>
            </a:r>
            <a:r>
              <a:rPr lang="en-US" err="1">
                <a:latin typeface="Arial"/>
                <a:ea typeface="MS PGothic" charset="0"/>
              </a:rPr>
              <a:t>eerste</a:t>
            </a:r>
            <a:r>
              <a:rPr lang="en-US">
                <a:latin typeface="Arial"/>
                <a:ea typeface="MS PGothic" charset="0"/>
              </a:rPr>
              <a:t> letter </a:t>
            </a:r>
            <a:r>
              <a:rPr lang="en-US" err="1">
                <a:latin typeface="Arial"/>
                <a:ea typeface="MS PGothic" charset="0"/>
              </a:rPr>
              <a:t>gelezen</a:t>
            </a:r>
            <a:r>
              <a:rPr lang="en-US">
                <a:latin typeface="Arial"/>
                <a:ea typeface="MS PGothic" charset="0"/>
              </a:rPr>
              <a:t>.</a:t>
            </a:r>
          </a:p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>
                <a:latin typeface="Arial"/>
                <a:ea typeface="MS PGothic" charset="0"/>
              </a:rPr>
              <a:t>De </a:t>
            </a:r>
            <a:r>
              <a:rPr lang="en-US" err="1">
                <a:latin typeface="Arial"/>
                <a:ea typeface="MS PGothic" charset="0"/>
              </a:rPr>
              <a:t>namen</a:t>
            </a:r>
            <a:r>
              <a:rPr lang="en-US">
                <a:latin typeface="Arial"/>
                <a:ea typeface="MS PGothic" charset="0"/>
              </a:rPr>
              <a:t> van de </a:t>
            </a:r>
            <a:r>
              <a:rPr lang="en-US" err="1">
                <a:latin typeface="Arial"/>
                <a:ea typeface="MS PGothic" charset="0"/>
              </a:rPr>
              <a:t>eerste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en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vijfde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medewerker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beginnen</a:t>
            </a:r>
            <a:r>
              <a:rPr lang="en-US">
                <a:latin typeface="Arial"/>
                <a:ea typeface="MS PGothic" charset="0"/>
              </a:rPr>
              <a:t> met </a:t>
            </a:r>
            <a:r>
              <a:rPr lang="en-US" err="1">
                <a:latin typeface="Arial"/>
                <a:ea typeface="MS PGothic" charset="0"/>
              </a:rPr>
              <a:t>een</a:t>
            </a:r>
            <a:r>
              <a:rPr lang="en-US">
                <a:latin typeface="Arial"/>
                <a:ea typeface="MS PGothic" charset="0"/>
              </a:rPr>
              <a:t> ‘P’.</a:t>
            </a: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60F1877B-A318-9933-2F8A-3B655078B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735" y="1485232"/>
            <a:ext cx="5109598" cy="3016461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82E0138B-9B32-A697-4FA5-A70367390B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4023" y="1468556"/>
            <a:ext cx="5342908" cy="3033137"/>
          </a:xfrm>
          <a:prstGeom prst="rect">
            <a:avLst/>
          </a:prstGeom>
        </p:spPr>
      </p:pic>
      <p:sp>
        <p:nvSpPr>
          <p:cNvPr id="10" name="TextBox 1">
            <a:extLst>
              <a:ext uri="{FF2B5EF4-FFF2-40B4-BE49-F238E27FC236}">
                <a16:creationId xmlns:a16="http://schemas.microsoft.com/office/drawing/2014/main" id="{9AB12CB0-C142-4EC7-57FF-DD23789EEE24}"/>
              </a:ext>
            </a:extLst>
          </p:cNvPr>
          <p:cNvSpPr txBox="1"/>
          <p:nvPr/>
        </p:nvSpPr>
        <p:spPr>
          <a:xfrm>
            <a:off x="6590145" y="5003709"/>
            <a:ext cx="5362905" cy="19080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b="1">
                <a:latin typeface="Arial"/>
                <a:ea typeface="MS PGothic" charset="0"/>
              </a:rPr>
              <a:t>Wat </a:t>
            </a:r>
            <a:r>
              <a:rPr lang="en-US" b="1" err="1">
                <a:latin typeface="Arial"/>
                <a:ea typeface="MS PGothic" charset="0"/>
              </a:rPr>
              <a:t>zegt</a:t>
            </a:r>
            <a:r>
              <a:rPr lang="en-US" b="1">
                <a:latin typeface="Arial"/>
                <a:ea typeface="MS PGothic" charset="0"/>
              </a:rPr>
              <a:t> </a:t>
            </a:r>
            <a:r>
              <a:rPr lang="en-US" b="1" err="1">
                <a:latin typeface="Arial"/>
                <a:ea typeface="MS PGothic" charset="0"/>
              </a:rPr>
              <a:t>en</a:t>
            </a:r>
            <a:r>
              <a:rPr lang="en-US" b="1">
                <a:latin typeface="Arial"/>
                <a:ea typeface="MS PGothic" charset="0"/>
              </a:rPr>
              <a:t> wat </a:t>
            </a:r>
            <a:r>
              <a:rPr lang="en-US" b="1" err="1">
                <a:latin typeface="Arial"/>
                <a:ea typeface="MS PGothic" charset="0"/>
              </a:rPr>
              <a:t>doet</a:t>
            </a:r>
            <a:r>
              <a:rPr lang="en-US" b="1">
                <a:latin typeface="Arial"/>
                <a:ea typeface="MS PGothic" charset="0"/>
              </a:rPr>
              <a:t> </a:t>
            </a:r>
            <a:r>
              <a:rPr lang="en-US" b="1" err="1">
                <a:latin typeface="Arial"/>
                <a:ea typeface="MS PGothic" charset="0"/>
              </a:rPr>
              <a:t>dit</a:t>
            </a:r>
            <a:r>
              <a:rPr lang="en-US" b="1">
                <a:latin typeface="Arial"/>
                <a:ea typeface="MS PGothic" charset="0"/>
              </a:rPr>
              <a:t>?</a:t>
            </a:r>
          </a:p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>
                <a:latin typeface="Arial"/>
                <a:ea typeface="MS PGothic" charset="0"/>
              </a:rPr>
              <a:t>Met .</a:t>
            </a:r>
            <a:r>
              <a:rPr lang="en-US" err="1">
                <a:latin typeface="Arial"/>
                <a:ea typeface="MS PGothic" charset="0"/>
              </a:rPr>
              <a:t>str.contains</a:t>
            </a:r>
            <a:r>
              <a:rPr lang="en-US">
                <a:latin typeface="Arial"/>
                <a:ea typeface="MS PGothic" charset="0"/>
              </a:rPr>
              <a:t>() </a:t>
            </a:r>
            <a:r>
              <a:rPr lang="en-US" err="1">
                <a:latin typeface="Arial"/>
                <a:ea typeface="MS PGothic" charset="0"/>
              </a:rPr>
              <a:t>wordt</a:t>
            </a:r>
            <a:r>
              <a:rPr lang="en-US">
                <a:latin typeface="Arial"/>
                <a:ea typeface="MS PGothic" charset="0"/>
              </a:rPr>
              <a:t> per </a:t>
            </a:r>
            <a:r>
              <a:rPr lang="en-US" err="1">
                <a:latin typeface="Arial"/>
                <a:ea typeface="MS PGothic" charset="0"/>
              </a:rPr>
              <a:t>rij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bepaald</a:t>
            </a:r>
            <a:r>
              <a:rPr lang="en-US">
                <a:latin typeface="Arial"/>
                <a:ea typeface="MS PGothic" charset="0"/>
              </a:rPr>
              <a:t> of </a:t>
            </a:r>
            <a:r>
              <a:rPr lang="en-US" err="1">
                <a:latin typeface="Arial"/>
                <a:ea typeface="MS PGothic" charset="0"/>
              </a:rPr>
              <a:t>een</a:t>
            </a:r>
            <a:r>
              <a:rPr lang="en-US">
                <a:latin typeface="Arial"/>
                <a:ea typeface="MS PGothic" charset="0"/>
              </a:rPr>
              <a:t> letter in </a:t>
            </a:r>
            <a:r>
              <a:rPr lang="en-US" err="1">
                <a:latin typeface="Arial"/>
                <a:ea typeface="MS PGothic" charset="0"/>
              </a:rPr>
              <a:t>een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stringkolom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voorkomt</a:t>
            </a:r>
            <a:endParaRPr lang="en-US">
              <a:latin typeface="Arial"/>
              <a:ea typeface="MS PGothic" charset="0"/>
            </a:endParaRPr>
          </a:p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>
                <a:latin typeface="Arial"/>
                <a:ea typeface="MS PGothic" charset="0"/>
              </a:rPr>
              <a:t>De </a:t>
            </a:r>
            <a:r>
              <a:rPr lang="en-US" err="1">
                <a:latin typeface="Arial"/>
                <a:ea typeface="MS PGothic" charset="0"/>
              </a:rPr>
              <a:t>namen</a:t>
            </a:r>
            <a:r>
              <a:rPr lang="en-US">
                <a:latin typeface="Arial"/>
                <a:ea typeface="MS PGothic" charset="0"/>
              </a:rPr>
              <a:t> van de </a:t>
            </a:r>
            <a:r>
              <a:rPr lang="en-US" err="1">
                <a:latin typeface="Arial"/>
                <a:ea typeface="MS PGothic" charset="0"/>
              </a:rPr>
              <a:t>eerste</a:t>
            </a:r>
            <a:r>
              <a:rPr lang="en-US">
                <a:latin typeface="Arial"/>
                <a:ea typeface="MS PGothic" charset="0"/>
              </a:rPr>
              <a:t>, </a:t>
            </a:r>
            <a:r>
              <a:rPr lang="en-US" err="1">
                <a:latin typeface="Arial"/>
                <a:ea typeface="MS PGothic" charset="0"/>
              </a:rPr>
              <a:t>tweede</a:t>
            </a:r>
            <a:r>
              <a:rPr lang="en-US">
                <a:latin typeface="Arial"/>
                <a:ea typeface="MS PGothic" charset="0"/>
              </a:rPr>
              <a:t>, </a:t>
            </a:r>
            <a:r>
              <a:rPr lang="en-US" err="1">
                <a:latin typeface="Arial"/>
                <a:ea typeface="MS PGothic" charset="0"/>
              </a:rPr>
              <a:t>vijfde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en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zesde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medewerker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bevatten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een</a:t>
            </a:r>
            <a:r>
              <a:rPr lang="en-US">
                <a:latin typeface="Arial"/>
                <a:ea typeface="MS PGothic" charset="0"/>
              </a:rPr>
              <a:t> ‘e’.</a:t>
            </a:r>
          </a:p>
        </p:txBody>
      </p:sp>
    </p:spTree>
    <p:extLst>
      <p:ext uri="{BB962C8B-B14F-4D97-AF65-F5344CB8AC3E}">
        <p14:creationId xmlns:p14="http://schemas.microsoft.com/office/powerpoint/2010/main" val="2230291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2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8836E-6531-B080-70A6-CD4B29887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1364" y="6381345"/>
            <a:ext cx="2743200" cy="365125"/>
          </a:xfrm>
        </p:spPr>
        <p:txBody>
          <a:bodyPr/>
          <a:lstStyle/>
          <a:p>
            <a:fld id="{587C737D-49A5-4740-8401-0C4DFF2B9D4A}" type="slidenum">
              <a:rPr lang="nl-NL" smtClean="0"/>
              <a:pPr/>
              <a:t>9</a:t>
            </a:fld>
            <a:endParaRPr lang="nl-NL"/>
          </a:p>
        </p:txBody>
      </p:sp>
      <p:sp>
        <p:nvSpPr>
          <p:cNvPr id="7" name="Tekstvak 7">
            <a:extLst>
              <a:ext uri="{FF2B5EF4-FFF2-40B4-BE49-F238E27FC236}">
                <a16:creationId xmlns:a16="http://schemas.microsoft.com/office/drawing/2014/main" id="{44D485DA-CE64-C41D-89EA-EE617D43532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2711C9-B8C6-980A-6A8E-B70FC6573C7F}"/>
              </a:ext>
            </a:extLst>
          </p:cNvPr>
          <p:cNvSpPr txBox="1"/>
          <p:nvPr/>
        </p:nvSpPr>
        <p:spPr>
          <a:xfrm>
            <a:off x="669602" y="-52863"/>
            <a:ext cx="11522397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.loc[]: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unieke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waarden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selecteren</a:t>
            </a:r>
            <a:endParaRPr lang="en-US" sz="3000" b="1">
              <a:solidFill>
                <a:srgbClr val="829C30"/>
              </a:solidFill>
              <a:latin typeface="Arial"/>
              <a:ea typeface="MS PGothic" charset="0"/>
            </a:endParaRPr>
          </a:p>
        </p:txBody>
      </p: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6D403D28-38E6-E976-8636-3F973FB2541F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0">
            <a:extLst>
              <a:ext uri="{FF2B5EF4-FFF2-40B4-BE49-F238E27FC236}">
                <a16:creationId xmlns:a16="http://schemas.microsoft.com/office/drawing/2014/main" id="{E65BFFAE-7FBC-6D1A-B4AA-547B22F73BB4}"/>
              </a:ext>
            </a:extLst>
          </p:cNvPr>
          <p:cNvCxnSpPr>
            <a:cxnSpLocks/>
          </p:cNvCxnSpPr>
          <p:nvPr/>
        </p:nvCxnSpPr>
        <p:spPr>
          <a:xfrm flipV="1">
            <a:off x="6522098" y="812800"/>
            <a:ext cx="0" cy="604520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">
            <a:extLst>
              <a:ext uri="{FF2B5EF4-FFF2-40B4-BE49-F238E27FC236}">
                <a16:creationId xmlns:a16="http://schemas.microsoft.com/office/drawing/2014/main" id="{0DB2B4CD-BB42-A039-4498-39BE6FD63C1B}"/>
              </a:ext>
            </a:extLst>
          </p:cNvPr>
          <p:cNvSpPr txBox="1"/>
          <p:nvPr/>
        </p:nvSpPr>
        <p:spPr>
          <a:xfrm>
            <a:off x="1446062" y="803339"/>
            <a:ext cx="4223841" cy="460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2000">
                <a:latin typeface="Arial"/>
                <a:ea typeface="MS PGothic" charset="0"/>
              </a:rPr>
              <a:t>Kolom </a:t>
            </a:r>
            <a:r>
              <a:rPr lang="en-US" sz="2000" err="1">
                <a:latin typeface="Arial"/>
                <a:ea typeface="MS PGothic" charset="0"/>
              </a:rPr>
              <a:t>selecteren</a:t>
            </a:r>
            <a:endParaRPr lang="en-US" sz="2000">
              <a:latin typeface="Arial"/>
              <a:ea typeface="MS PGothic" charset="0"/>
            </a:endParaRPr>
          </a:p>
        </p:txBody>
      </p:sp>
      <p:sp>
        <p:nvSpPr>
          <p:cNvPr id="23" name="TextBox 1">
            <a:extLst>
              <a:ext uri="{FF2B5EF4-FFF2-40B4-BE49-F238E27FC236}">
                <a16:creationId xmlns:a16="http://schemas.microsoft.com/office/drawing/2014/main" id="{AA5B0B3B-8EC8-04F5-A5F4-373B2ECCEA26}"/>
              </a:ext>
            </a:extLst>
          </p:cNvPr>
          <p:cNvSpPr txBox="1"/>
          <p:nvPr/>
        </p:nvSpPr>
        <p:spPr>
          <a:xfrm>
            <a:off x="7374294" y="822262"/>
            <a:ext cx="4223841" cy="460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2000" err="1">
                <a:latin typeface="Arial"/>
                <a:ea typeface="MS PGothic" charset="0"/>
              </a:rPr>
              <a:t>Stap</a:t>
            </a:r>
            <a:r>
              <a:rPr lang="en-US" sz="2000">
                <a:latin typeface="Arial"/>
                <a:ea typeface="MS PGothic" charset="0"/>
              </a:rPr>
              <a:t> 2: </a:t>
            </a:r>
            <a:r>
              <a:rPr lang="en-US" sz="2000" err="1">
                <a:latin typeface="Arial"/>
                <a:ea typeface="MS PGothic" charset="0"/>
              </a:rPr>
              <a:t>Roep</a:t>
            </a:r>
            <a:r>
              <a:rPr lang="en-US" sz="2000">
                <a:latin typeface="Arial"/>
                <a:ea typeface="MS PGothic" charset="0"/>
              </a:rPr>
              <a:t> .loc[] </a:t>
            </a:r>
            <a:r>
              <a:rPr lang="en-US" sz="2000" err="1">
                <a:latin typeface="Arial"/>
                <a:ea typeface="MS PGothic" charset="0"/>
              </a:rPr>
              <a:t>aan</a:t>
            </a:r>
            <a:r>
              <a:rPr lang="en-US" sz="2000">
                <a:latin typeface="Arial"/>
                <a:ea typeface="MS PGothic" charset="0"/>
              </a:rPr>
              <a:t>.</a:t>
            </a:r>
          </a:p>
        </p:txBody>
      </p:sp>
      <p:sp>
        <p:nvSpPr>
          <p:cNvPr id="32" name="TextBox 1">
            <a:extLst>
              <a:ext uri="{FF2B5EF4-FFF2-40B4-BE49-F238E27FC236}">
                <a16:creationId xmlns:a16="http://schemas.microsoft.com/office/drawing/2014/main" id="{2CE12FF9-CC35-2F68-2EA7-FF3D5E7BC17B}"/>
              </a:ext>
            </a:extLst>
          </p:cNvPr>
          <p:cNvSpPr txBox="1"/>
          <p:nvPr/>
        </p:nvSpPr>
        <p:spPr>
          <a:xfrm>
            <a:off x="1067895" y="5734248"/>
            <a:ext cx="5362905" cy="794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>
                <a:latin typeface="Arial"/>
                <a:ea typeface="MS PGothic" charset="0"/>
              </a:rPr>
              <a:t>Leiden </a:t>
            </a:r>
            <a:r>
              <a:rPr lang="en-US" err="1">
                <a:latin typeface="Arial"/>
                <a:ea typeface="MS PGothic" charset="0"/>
              </a:rPr>
              <a:t>komt</a:t>
            </a:r>
            <a:r>
              <a:rPr lang="en-US">
                <a:latin typeface="Arial"/>
                <a:ea typeface="MS PGothic" charset="0"/>
              </a:rPr>
              <a:t> maar </a:t>
            </a:r>
            <a:r>
              <a:rPr lang="en-US" err="1">
                <a:latin typeface="Arial"/>
                <a:ea typeface="MS PGothic" charset="0"/>
              </a:rPr>
              <a:t>liefst</a:t>
            </a:r>
            <a:r>
              <a:rPr lang="en-US">
                <a:latin typeface="Arial"/>
                <a:ea typeface="MS PGothic" charset="0"/>
              </a:rPr>
              <a:t> 3x </a:t>
            </a:r>
            <a:r>
              <a:rPr lang="en-US" err="1">
                <a:latin typeface="Arial"/>
                <a:ea typeface="MS PGothic" charset="0"/>
              </a:rPr>
              <a:t>voor</a:t>
            </a:r>
            <a:r>
              <a:rPr lang="en-US">
                <a:latin typeface="Arial"/>
                <a:ea typeface="MS PGothic" charset="0"/>
              </a:rPr>
              <a:t>!</a:t>
            </a:r>
          </a:p>
          <a:p>
            <a:pPr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>
                <a:latin typeface="Arial"/>
                <a:ea typeface="MS PGothic" charset="0"/>
              </a:rPr>
              <a:t>Hoe </a:t>
            </a:r>
            <a:r>
              <a:rPr lang="en-US" err="1">
                <a:latin typeface="Arial"/>
                <a:ea typeface="MS PGothic" charset="0"/>
              </a:rPr>
              <a:t>halen</a:t>
            </a:r>
            <a:r>
              <a:rPr lang="en-US">
                <a:latin typeface="Arial"/>
                <a:ea typeface="MS PGothic" charset="0"/>
              </a:rPr>
              <a:t> we de </a:t>
            </a:r>
            <a:r>
              <a:rPr lang="en-US" err="1">
                <a:latin typeface="Arial"/>
                <a:ea typeface="MS PGothic" charset="0"/>
              </a:rPr>
              <a:t>dubbelen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eruit</a:t>
            </a:r>
            <a:r>
              <a:rPr lang="en-US">
                <a:latin typeface="Arial"/>
                <a:ea typeface="MS PGothic" charset="0"/>
              </a:rPr>
              <a:t>?</a:t>
            </a:r>
          </a:p>
        </p:txBody>
      </p:sp>
      <p:sp>
        <p:nvSpPr>
          <p:cNvPr id="33" name="TextBox 1">
            <a:extLst>
              <a:ext uri="{FF2B5EF4-FFF2-40B4-BE49-F238E27FC236}">
                <a16:creationId xmlns:a16="http://schemas.microsoft.com/office/drawing/2014/main" id="{58F9CCB9-1C2F-0B41-FD0D-B156E310175C}"/>
              </a:ext>
            </a:extLst>
          </p:cNvPr>
          <p:cNvSpPr txBox="1"/>
          <p:nvPr/>
        </p:nvSpPr>
        <p:spPr>
          <a:xfrm>
            <a:off x="6715709" y="4838384"/>
            <a:ext cx="5362905" cy="19080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>
                <a:latin typeface="Arial"/>
                <a:ea typeface="MS PGothic" charset="0"/>
              </a:rPr>
              <a:t>Als je </a:t>
            </a:r>
            <a:r>
              <a:rPr lang="en-US" err="1">
                <a:latin typeface="Arial"/>
                <a:ea typeface="MS PGothic" charset="0"/>
              </a:rPr>
              <a:t>meerdere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kolommen</a:t>
            </a:r>
            <a:r>
              <a:rPr lang="en-US">
                <a:latin typeface="Arial"/>
                <a:ea typeface="MS PGothic" charset="0"/>
              </a:rPr>
              <a:t> in </a:t>
            </a:r>
            <a:r>
              <a:rPr lang="en-US" err="1">
                <a:latin typeface="Arial"/>
                <a:ea typeface="MS PGothic" charset="0"/>
              </a:rPr>
              <a:t>drop_duplicates</a:t>
            </a:r>
            <a:r>
              <a:rPr lang="en-US">
                <a:latin typeface="Arial"/>
                <a:ea typeface="MS PGothic" charset="0"/>
              </a:rPr>
              <a:t> wilt </a:t>
            </a:r>
            <a:r>
              <a:rPr lang="en-US" err="1">
                <a:latin typeface="Arial"/>
                <a:ea typeface="MS PGothic" charset="0"/>
              </a:rPr>
              <a:t>stoppen</a:t>
            </a:r>
            <a:r>
              <a:rPr lang="en-US">
                <a:latin typeface="Arial"/>
                <a:ea typeface="MS PGothic" charset="0"/>
              </a:rPr>
              <a:t>, </a:t>
            </a:r>
            <a:r>
              <a:rPr lang="en-US" err="1">
                <a:latin typeface="Arial"/>
                <a:ea typeface="MS PGothic" charset="0"/>
              </a:rPr>
              <a:t>moet</a:t>
            </a:r>
            <a:r>
              <a:rPr lang="en-US">
                <a:latin typeface="Arial"/>
                <a:ea typeface="MS PGothic" charset="0"/>
              </a:rPr>
              <a:t> je de </a:t>
            </a:r>
            <a:r>
              <a:rPr lang="en-US" err="1">
                <a:latin typeface="Arial"/>
                <a:ea typeface="MS PGothic" charset="0"/>
              </a:rPr>
              <a:t>kolomnamen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eerst</a:t>
            </a:r>
            <a:r>
              <a:rPr lang="en-US">
                <a:latin typeface="Arial"/>
                <a:ea typeface="MS PGothic" charset="0"/>
              </a:rPr>
              <a:t> in </a:t>
            </a:r>
            <a:r>
              <a:rPr lang="en-US" err="1">
                <a:latin typeface="Arial"/>
                <a:ea typeface="MS PGothic" charset="0"/>
              </a:rPr>
              <a:t>een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lijst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stoppen</a:t>
            </a:r>
            <a:r>
              <a:rPr lang="en-US">
                <a:latin typeface="Arial"/>
                <a:ea typeface="MS PGothic" charset="0"/>
              </a:rPr>
              <a:t>, </a:t>
            </a:r>
            <a:r>
              <a:rPr lang="en-US" err="1">
                <a:latin typeface="Arial"/>
                <a:ea typeface="MS PGothic" charset="0"/>
              </a:rPr>
              <a:t>omringd</a:t>
            </a:r>
            <a:r>
              <a:rPr lang="en-US">
                <a:latin typeface="Arial"/>
                <a:ea typeface="MS PGothic" charset="0"/>
              </a:rPr>
              <a:t> door </a:t>
            </a:r>
            <a:r>
              <a:rPr lang="en-US" err="1">
                <a:latin typeface="Arial"/>
                <a:ea typeface="MS PGothic" charset="0"/>
              </a:rPr>
              <a:t>vierkantshaken</a:t>
            </a:r>
            <a:r>
              <a:rPr lang="en-US">
                <a:latin typeface="Arial"/>
                <a:ea typeface="MS PGothic" charset="0"/>
              </a:rPr>
              <a:t>, </a:t>
            </a:r>
            <a:r>
              <a:rPr lang="en-US" err="1">
                <a:latin typeface="Arial"/>
                <a:ea typeface="MS PGothic" charset="0"/>
              </a:rPr>
              <a:t>en</a:t>
            </a:r>
            <a:r>
              <a:rPr lang="en-US">
                <a:latin typeface="Arial"/>
                <a:ea typeface="MS PGothic" charset="0"/>
              </a:rPr>
              <a:t> die </a:t>
            </a:r>
            <a:r>
              <a:rPr lang="en-US" err="1">
                <a:latin typeface="Arial"/>
                <a:ea typeface="MS PGothic" charset="0"/>
              </a:rPr>
              <a:t>lijst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vervolgens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als</a:t>
            </a:r>
            <a:r>
              <a:rPr lang="en-US">
                <a:latin typeface="Arial"/>
                <a:ea typeface="MS PGothic" charset="0"/>
              </a:rPr>
              <a:t> parameter </a:t>
            </a:r>
            <a:r>
              <a:rPr lang="en-US" err="1">
                <a:latin typeface="Arial"/>
                <a:ea typeface="MS PGothic" charset="0"/>
              </a:rPr>
              <a:t>meegeven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aan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drop_duplicates</a:t>
            </a:r>
            <a:r>
              <a:rPr lang="en-US">
                <a:latin typeface="Arial"/>
                <a:ea typeface="MS PGothic" charset="0"/>
              </a:rPr>
              <a:t>.</a:t>
            </a: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D8A8D00D-B490-364B-AAE8-4E18031D03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8178" y="1424358"/>
            <a:ext cx="4073657" cy="3498155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450CBD36-72D5-4A9A-2D7D-CF8A4A0E21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2805" y="1421703"/>
            <a:ext cx="5385809" cy="2703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502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2" grpId="0"/>
      <p:bldP spid="3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8836E-6531-B080-70A6-CD4B29887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1364" y="6381345"/>
            <a:ext cx="2743200" cy="365125"/>
          </a:xfrm>
        </p:spPr>
        <p:txBody>
          <a:bodyPr/>
          <a:lstStyle/>
          <a:p>
            <a:fld id="{587C737D-49A5-4740-8401-0C4DFF2B9D4A}" type="slidenum">
              <a:rPr lang="nl-NL" smtClean="0"/>
              <a:pPr/>
              <a:t>10</a:t>
            </a:fld>
            <a:endParaRPr lang="nl-NL"/>
          </a:p>
        </p:txBody>
      </p:sp>
      <p:sp>
        <p:nvSpPr>
          <p:cNvPr id="7" name="Tekstvak 7">
            <a:extLst>
              <a:ext uri="{FF2B5EF4-FFF2-40B4-BE49-F238E27FC236}">
                <a16:creationId xmlns:a16="http://schemas.microsoft.com/office/drawing/2014/main" id="{44D485DA-CE64-C41D-89EA-EE617D43532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2711C9-B8C6-980A-6A8E-B70FC6573C7F}"/>
              </a:ext>
            </a:extLst>
          </p:cNvPr>
          <p:cNvSpPr txBox="1"/>
          <p:nvPr/>
        </p:nvSpPr>
        <p:spPr>
          <a:xfrm>
            <a:off x="669602" y="-52863"/>
            <a:ext cx="11522397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De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countfunctie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toepassen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i.c.m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. group by</a:t>
            </a:r>
          </a:p>
        </p:txBody>
      </p: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6D403D28-38E6-E976-8636-3F973FB2541F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0">
            <a:extLst>
              <a:ext uri="{FF2B5EF4-FFF2-40B4-BE49-F238E27FC236}">
                <a16:creationId xmlns:a16="http://schemas.microsoft.com/office/drawing/2014/main" id="{E65BFFAE-7FBC-6D1A-B4AA-547B22F73BB4}"/>
              </a:ext>
            </a:extLst>
          </p:cNvPr>
          <p:cNvCxnSpPr>
            <a:cxnSpLocks/>
          </p:cNvCxnSpPr>
          <p:nvPr/>
        </p:nvCxnSpPr>
        <p:spPr>
          <a:xfrm flipV="1">
            <a:off x="6522098" y="812800"/>
            <a:ext cx="0" cy="604520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">
            <a:extLst>
              <a:ext uri="{FF2B5EF4-FFF2-40B4-BE49-F238E27FC236}">
                <a16:creationId xmlns:a16="http://schemas.microsoft.com/office/drawing/2014/main" id="{0DB2B4CD-BB42-A039-4498-39BE6FD63C1B}"/>
              </a:ext>
            </a:extLst>
          </p:cNvPr>
          <p:cNvSpPr txBox="1"/>
          <p:nvPr/>
        </p:nvSpPr>
        <p:spPr>
          <a:xfrm>
            <a:off x="1446062" y="803339"/>
            <a:ext cx="4478877" cy="460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2000">
                <a:latin typeface="Arial"/>
                <a:ea typeface="MS PGothic" charset="0"/>
              </a:rPr>
              <a:t>Count </a:t>
            </a:r>
            <a:r>
              <a:rPr lang="en-US" sz="2000" err="1">
                <a:latin typeface="Arial"/>
                <a:ea typeface="MS PGothic" charset="0"/>
              </a:rPr>
              <a:t>aanroepen</a:t>
            </a:r>
            <a:r>
              <a:rPr lang="en-US" sz="2000">
                <a:latin typeface="Arial"/>
                <a:ea typeface="MS PGothic" charset="0"/>
              </a:rPr>
              <a:t> op </a:t>
            </a:r>
            <a:r>
              <a:rPr lang="en-US" sz="2000" err="1">
                <a:latin typeface="Arial"/>
                <a:ea typeface="MS PGothic" charset="0"/>
              </a:rPr>
              <a:t>een</a:t>
            </a:r>
            <a:r>
              <a:rPr lang="en-US" sz="2000">
                <a:latin typeface="Arial"/>
                <a:ea typeface="MS PGothic" charset="0"/>
              </a:rPr>
              <a:t> </a:t>
            </a:r>
            <a:r>
              <a:rPr lang="en-US" sz="2000" err="1">
                <a:latin typeface="Arial"/>
                <a:ea typeface="MS PGothic" charset="0"/>
              </a:rPr>
              <a:t>DataFrame</a:t>
            </a:r>
            <a:endParaRPr lang="en-US" sz="2000">
              <a:latin typeface="Arial"/>
              <a:ea typeface="MS PGothic" charset="0"/>
            </a:endParaRPr>
          </a:p>
        </p:txBody>
      </p:sp>
      <p:sp>
        <p:nvSpPr>
          <p:cNvPr id="23" name="TextBox 1">
            <a:extLst>
              <a:ext uri="{FF2B5EF4-FFF2-40B4-BE49-F238E27FC236}">
                <a16:creationId xmlns:a16="http://schemas.microsoft.com/office/drawing/2014/main" id="{AA5B0B3B-8EC8-04F5-A5F4-373B2ECCEA26}"/>
              </a:ext>
            </a:extLst>
          </p:cNvPr>
          <p:cNvSpPr txBox="1"/>
          <p:nvPr/>
        </p:nvSpPr>
        <p:spPr>
          <a:xfrm>
            <a:off x="7374294" y="822262"/>
            <a:ext cx="4223841" cy="460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2000">
                <a:latin typeface="Arial"/>
                <a:ea typeface="MS PGothic" charset="0"/>
              </a:rPr>
              <a:t>Count </a:t>
            </a:r>
            <a:r>
              <a:rPr lang="en-US" sz="2000" err="1">
                <a:latin typeface="Arial"/>
                <a:ea typeface="MS PGothic" charset="0"/>
              </a:rPr>
              <a:t>combineren</a:t>
            </a:r>
            <a:r>
              <a:rPr lang="en-US" sz="2000">
                <a:latin typeface="Arial"/>
                <a:ea typeface="MS PGothic" charset="0"/>
              </a:rPr>
              <a:t> met </a:t>
            </a:r>
            <a:r>
              <a:rPr lang="en-US" sz="2000" err="1">
                <a:latin typeface="Arial"/>
                <a:ea typeface="MS PGothic" charset="0"/>
              </a:rPr>
              <a:t>groupby</a:t>
            </a:r>
            <a:endParaRPr lang="en-US" sz="2000">
              <a:latin typeface="Arial"/>
              <a:ea typeface="MS PGothic" charset="0"/>
            </a:endParaRPr>
          </a:p>
        </p:txBody>
      </p:sp>
      <p:sp>
        <p:nvSpPr>
          <p:cNvPr id="32" name="TextBox 1">
            <a:extLst>
              <a:ext uri="{FF2B5EF4-FFF2-40B4-BE49-F238E27FC236}">
                <a16:creationId xmlns:a16="http://schemas.microsoft.com/office/drawing/2014/main" id="{2CE12FF9-CC35-2F68-2EA7-FF3D5E7BC17B}"/>
              </a:ext>
            </a:extLst>
          </p:cNvPr>
          <p:cNvSpPr txBox="1"/>
          <p:nvPr/>
        </p:nvSpPr>
        <p:spPr>
          <a:xfrm>
            <a:off x="1005728" y="4844449"/>
            <a:ext cx="5362905" cy="19080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b="1">
                <a:latin typeface="Arial"/>
                <a:ea typeface="MS PGothic" charset="0"/>
              </a:rPr>
              <a:t>Wat </a:t>
            </a:r>
            <a:r>
              <a:rPr lang="en-US" b="1" err="1">
                <a:latin typeface="Arial"/>
                <a:ea typeface="MS PGothic" charset="0"/>
              </a:rPr>
              <a:t>zegt</a:t>
            </a:r>
            <a:r>
              <a:rPr lang="en-US" b="1">
                <a:latin typeface="Arial"/>
                <a:ea typeface="MS PGothic" charset="0"/>
              </a:rPr>
              <a:t> </a:t>
            </a:r>
            <a:r>
              <a:rPr lang="en-US" b="1" err="1">
                <a:latin typeface="Arial"/>
                <a:ea typeface="MS PGothic" charset="0"/>
              </a:rPr>
              <a:t>dit</a:t>
            </a:r>
            <a:r>
              <a:rPr lang="en-US" b="1">
                <a:latin typeface="Arial"/>
                <a:ea typeface="MS PGothic" charset="0"/>
              </a:rPr>
              <a:t>?</a:t>
            </a:r>
          </a:p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>
                <a:latin typeface="Arial"/>
                <a:ea typeface="MS PGothic" charset="0"/>
              </a:rPr>
              <a:t>Van 6 </a:t>
            </a:r>
            <a:r>
              <a:rPr lang="en-US" err="1">
                <a:latin typeface="Arial"/>
                <a:ea typeface="MS PGothic" charset="0"/>
              </a:rPr>
              <a:t>medewerkers</a:t>
            </a:r>
            <a:r>
              <a:rPr lang="en-US">
                <a:latin typeface="Arial"/>
                <a:ea typeface="MS PGothic" charset="0"/>
              </a:rPr>
              <a:t> is het nr, naam, </a:t>
            </a:r>
            <a:r>
              <a:rPr lang="en-US" err="1">
                <a:latin typeface="Arial"/>
                <a:ea typeface="MS PGothic" charset="0"/>
              </a:rPr>
              <a:t>functie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en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uurloon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ingevuld</a:t>
            </a:r>
            <a:r>
              <a:rPr lang="en-US">
                <a:latin typeface="Arial"/>
                <a:ea typeface="MS PGothic" charset="0"/>
              </a:rPr>
              <a:t>.</a:t>
            </a:r>
          </a:p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>
                <a:latin typeface="Arial"/>
                <a:ea typeface="MS PGothic" charset="0"/>
              </a:rPr>
              <a:t>Van </a:t>
            </a:r>
            <a:r>
              <a:rPr lang="en-US" err="1">
                <a:latin typeface="Arial"/>
                <a:ea typeface="MS PGothic" charset="0"/>
              </a:rPr>
              <a:t>slechts</a:t>
            </a:r>
            <a:r>
              <a:rPr lang="en-US">
                <a:latin typeface="Arial"/>
                <a:ea typeface="MS PGothic" charset="0"/>
              </a:rPr>
              <a:t> 5 </a:t>
            </a:r>
            <a:r>
              <a:rPr lang="en-US" err="1">
                <a:latin typeface="Arial"/>
                <a:ea typeface="MS PGothic" charset="0"/>
              </a:rPr>
              <a:t>medewerkers</a:t>
            </a:r>
            <a:r>
              <a:rPr lang="en-US">
                <a:latin typeface="Arial"/>
                <a:ea typeface="MS PGothic" charset="0"/>
              </a:rPr>
              <a:t> is de </a:t>
            </a:r>
            <a:r>
              <a:rPr lang="en-US" err="1">
                <a:latin typeface="Arial"/>
                <a:ea typeface="MS PGothic" charset="0"/>
              </a:rPr>
              <a:t>woonplaats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en</a:t>
            </a:r>
            <a:r>
              <a:rPr lang="en-US">
                <a:latin typeface="Arial"/>
                <a:ea typeface="MS PGothic" charset="0"/>
              </a:rPr>
              <a:t> baas </a:t>
            </a:r>
            <a:r>
              <a:rPr lang="en-US" err="1">
                <a:latin typeface="Arial"/>
                <a:ea typeface="MS PGothic" charset="0"/>
              </a:rPr>
              <a:t>ingevuld</a:t>
            </a:r>
            <a:r>
              <a:rPr lang="en-US">
                <a:latin typeface="Arial"/>
                <a:ea typeface="MS PGothic" charset="0"/>
              </a:rPr>
              <a:t>.</a:t>
            </a: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DCE182F9-C7E8-167C-3E3D-AE0EA585D3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1254" y="1424197"/>
            <a:ext cx="2836685" cy="3170412"/>
          </a:xfrm>
          <a:prstGeom prst="rect">
            <a:avLst/>
          </a:prstGeom>
        </p:spPr>
      </p:pic>
      <p:sp>
        <p:nvSpPr>
          <p:cNvPr id="10" name="TextBox 1">
            <a:extLst>
              <a:ext uri="{FF2B5EF4-FFF2-40B4-BE49-F238E27FC236}">
                <a16:creationId xmlns:a16="http://schemas.microsoft.com/office/drawing/2014/main" id="{5C293DAB-B959-B6AD-2354-7CE44C804F18}"/>
              </a:ext>
            </a:extLst>
          </p:cNvPr>
          <p:cNvSpPr txBox="1"/>
          <p:nvPr/>
        </p:nvSpPr>
        <p:spPr>
          <a:xfrm>
            <a:off x="6675557" y="3783892"/>
            <a:ext cx="5362905" cy="3021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b="1">
                <a:latin typeface="Arial"/>
                <a:ea typeface="MS PGothic" charset="0"/>
              </a:rPr>
              <a:t>Wat </a:t>
            </a:r>
            <a:r>
              <a:rPr lang="en-US" b="1" err="1">
                <a:latin typeface="Arial"/>
                <a:ea typeface="MS PGothic" charset="0"/>
              </a:rPr>
              <a:t>zegt</a:t>
            </a:r>
            <a:r>
              <a:rPr lang="en-US" b="1">
                <a:latin typeface="Arial"/>
                <a:ea typeface="MS PGothic" charset="0"/>
              </a:rPr>
              <a:t> </a:t>
            </a:r>
            <a:r>
              <a:rPr lang="en-US" b="1" err="1">
                <a:latin typeface="Arial"/>
                <a:ea typeface="MS PGothic" charset="0"/>
              </a:rPr>
              <a:t>en</a:t>
            </a:r>
            <a:r>
              <a:rPr lang="en-US" b="1">
                <a:latin typeface="Arial"/>
                <a:ea typeface="MS PGothic" charset="0"/>
              </a:rPr>
              <a:t> wat </a:t>
            </a:r>
            <a:r>
              <a:rPr lang="en-US" b="1" err="1">
                <a:latin typeface="Arial"/>
                <a:ea typeface="MS PGothic" charset="0"/>
              </a:rPr>
              <a:t>doet</a:t>
            </a:r>
            <a:r>
              <a:rPr lang="en-US" b="1">
                <a:latin typeface="Arial"/>
                <a:ea typeface="MS PGothic" charset="0"/>
              </a:rPr>
              <a:t> </a:t>
            </a:r>
            <a:r>
              <a:rPr lang="en-US" b="1" err="1">
                <a:latin typeface="Arial"/>
                <a:ea typeface="MS PGothic" charset="0"/>
              </a:rPr>
              <a:t>dit</a:t>
            </a:r>
            <a:r>
              <a:rPr lang="en-US" b="1">
                <a:latin typeface="Arial"/>
                <a:ea typeface="MS PGothic" charset="0"/>
              </a:rPr>
              <a:t>?</a:t>
            </a:r>
          </a:p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>
                <a:latin typeface="Arial"/>
                <a:ea typeface="MS PGothic" charset="0"/>
              </a:rPr>
              <a:t>Per </a:t>
            </a:r>
            <a:r>
              <a:rPr lang="en-US" err="1">
                <a:latin typeface="Arial"/>
                <a:ea typeface="MS PGothic" charset="0"/>
              </a:rPr>
              <a:t>woonplaats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wordt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duidelijk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hoeveel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medewerkers</a:t>
            </a:r>
            <a:r>
              <a:rPr lang="en-US">
                <a:latin typeface="Arial"/>
                <a:ea typeface="MS PGothic" charset="0"/>
              </a:rPr>
              <a:t> er </a:t>
            </a:r>
            <a:r>
              <a:rPr lang="en-US" err="1">
                <a:latin typeface="Arial"/>
                <a:ea typeface="MS PGothic" charset="0"/>
              </a:rPr>
              <a:t>zijn</a:t>
            </a:r>
            <a:r>
              <a:rPr lang="en-US">
                <a:latin typeface="Arial"/>
                <a:ea typeface="MS PGothic" charset="0"/>
              </a:rPr>
              <a:t>.</a:t>
            </a:r>
          </a:p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>
                <a:latin typeface="Arial"/>
                <a:ea typeface="MS PGothic" charset="0"/>
              </a:rPr>
              <a:t>De </a:t>
            </a:r>
            <a:r>
              <a:rPr lang="en-US" err="1">
                <a:latin typeface="Arial"/>
                <a:ea typeface="MS PGothic" charset="0"/>
              </a:rPr>
              <a:t>primaire-sleutelkolom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moet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tussen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vierkantshaken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staan</a:t>
            </a:r>
            <a:r>
              <a:rPr lang="en-US">
                <a:latin typeface="Arial"/>
                <a:ea typeface="MS PGothic" charset="0"/>
              </a:rPr>
              <a:t>.</a:t>
            </a:r>
          </a:p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err="1">
                <a:latin typeface="Arial"/>
                <a:ea typeface="MS PGothic" charset="0"/>
              </a:rPr>
              <a:t>as_index</a:t>
            </a:r>
            <a:r>
              <a:rPr lang="en-US">
                <a:latin typeface="Arial"/>
                <a:ea typeface="MS PGothic" charset="0"/>
              </a:rPr>
              <a:t> = False </a:t>
            </a:r>
            <a:r>
              <a:rPr lang="en-US" err="1">
                <a:latin typeface="Arial"/>
                <a:ea typeface="MS PGothic" charset="0"/>
              </a:rPr>
              <a:t>voorkomt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dat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woonplaatsnamen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als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indexen</a:t>
            </a:r>
            <a:r>
              <a:rPr lang="en-US">
                <a:latin typeface="Arial"/>
                <a:ea typeface="MS PGothic" charset="0"/>
              </a:rPr>
              <a:t> in het </a:t>
            </a:r>
            <a:r>
              <a:rPr lang="en-US" err="1">
                <a:latin typeface="Arial"/>
                <a:ea typeface="MS PGothic" charset="0"/>
              </a:rPr>
              <a:t>dataframe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worden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gezien</a:t>
            </a:r>
            <a:r>
              <a:rPr lang="en-US">
                <a:latin typeface="Arial"/>
                <a:ea typeface="MS PGothic" charset="0"/>
              </a:rPr>
              <a:t>.</a:t>
            </a: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976591C7-38D7-FE90-CD5D-03D066F9AE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8029" y="1508101"/>
            <a:ext cx="5200433" cy="227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890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2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8836E-6531-B080-70A6-CD4B29887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1364" y="6381345"/>
            <a:ext cx="2743200" cy="365125"/>
          </a:xfrm>
        </p:spPr>
        <p:txBody>
          <a:bodyPr/>
          <a:lstStyle/>
          <a:p>
            <a:fld id="{587C737D-49A5-4740-8401-0C4DFF2B9D4A}" type="slidenum">
              <a:rPr lang="nl-NL" smtClean="0"/>
              <a:pPr/>
              <a:t>11</a:t>
            </a:fld>
            <a:endParaRPr lang="nl-NL"/>
          </a:p>
        </p:txBody>
      </p:sp>
      <p:sp>
        <p:nvSpPr>
          <p:cNvPr id="7" name="Tekstvak 7">
            <a:extLst>
              <a:ext uri="{FF2B5EF4-FFF2-40B4-BE49-F238E27FC236}">
                <a16:creationId xmlns:a16="http://schemas.microsoft.com/office/drawing/2014/main" id="{44D485DA-CE64-C41D-89EA-EE617D43532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2711C9-B8C6-980A-6A8E-B70FC6573C7F}"/>
              </a:ext>
            </a:extLst>
          </p:cNvPr>
          <p:cNvSpPr txBox="1"/>
          <p:nvPr/>
        </p:nvSpPr>
        <p:spPr>
          <a:xfrm>
            <a:off x="669602" y="-52863"/>
            <a:ext cx="11522397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Andere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functies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toepassen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i.c.m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. group by</a:t>
            </a:r>
          </a:p>
        </p:txBody>
      </p: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6D403D28-38E6-E976-8636-3F973FB2541F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0">
            <a:extLst>
              <a:ext uri="{FF2B5EF4-FFF2-40B4-BE49-F238E27FC236}">
                <a16:creationId xmlns:a16="http://schemas.microsoft.com/office/drawing/2014/main" id="{E65BFFAE-7FBC-6D1A-B4AA-547B22F73BB4}"/>
              </a:ext>
            </a:extLst>
          </p:cNvPr>
          <p:cNvCxnSpPr>
            <a:cxnSpLocks/>
          </p:cNvCxnSpPr>
          <p:nvPr/>
        </p:nvCxnSpPr>
        <p:spPr>
          <a:xfrm flipV="1">
            <a:off x="6522098" y="812800"/>
            <a:ext cx="0" cy="604520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">
            <a:extLst>
              <a:ext uri="{FF2B5EF4-FFF2-40B4-BE49-F238E27FC236}">
                <a16:creationId xmlns:a16="http://schemas.microsoft.com/office/drawing/2014/main" id="{0DB2B4CD-BB42-A039-4498-39BE6FD63C1B}"/>
              </a:ext>
            </a:extLst>
          </p:cNvPr>
          <p:cNvSpPr txBox="1"/>
          <p:nvPr/>
        </p:nvSpPr>
        <p:spPr>
          <a:xfrm>
            <a:off x="1446062" y="803339"/>
            <a:ext cx="4223841" cy="460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2000">
                <a:latin typeface="Arial"/>
                <a:ea typeface="MS PGothic" charset="0"/>
              </a:rPr>
              <a:t>Sum </a:t>
            </a:r>
            <a:r>
              <a:rPr lang="en-US" sz="2000" err="1">
                <a:latin typeface="Arial"/>
                <a:ea typeface="MS PGothic" charset="0"/>
              </a:rPr>
              <a:t>combineren</a:t>
            </a:r>
            <a:r>
              <a:rPr lang="en-US" sz="2000">
                <a:latin typeface="Arial"/>
                <a:ea typeface="MS PGothic" charset="0"/>
              </a:rPr>
              <a:t> met </a:t>
            </a:r>
            <a:r>
              <a:rPr lang="en-US" sz="2000" err="1">
                <a:latin typeface="Arial"/>
                <a:ea typeface="MS PGothic" charset="0"/>
              </a:rPr>
              <a:t>groupby</a:t>
            </a:r>
            <a:endParaRPr lang="en-US" sz="2000">
              <a:latin typeface="Arial"/>
              <a:ea typeface="MS PGothic" charset="0"/>
            </a:endParaRPr>
          </a:p>
        </p:txBody>
      </p:sp>
      <p:sp>
        <p:nvSpPr>
          <p:cNvPr id="23" name="TextBox 1">
            <a:extLst>
              <a:ext uri="{FF2B5EF4-FFF2-40B4-BE49-F238E27FC236}">
                <a16:creationId xmlns:a16="http://schemas.microsoft.com/office/drawing/2014/main" id="{AA5B0B3B-8EC8-04F5-A5F4-373B2ECCEA26}"/>
              </a:ext>
            </a:extLst>
          </p:cNvPr>
          <p:cNvSpPr txBox="1"/>
          <p:nvPr/>
        </p:nvSpPr>
        <p:spPr>
          <a:xfrm>
            <a:off x="6615828" y="822262"/>
            <a:ext cx="5576170" cy="460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2000" err="1">
                <a:latin typeface="Arial"/>
                <a:ea typeface="MS PGothic" charset="0"/>
              </a:rPr>
              <a:t>Verschillende</a:t>
            </a:r>
            <a:r>
              <a:rPr lang="en-US" sz="2000">
                <a:latin typeface="Arial"/>
                <a:ea typeface="MS PGothic" charset="0"/>
              </a:rPr>
              <a:t> </a:t>
            </a:r>
            <a:r>
              <a:rPr lang="en-US" sz="2000" err="1">
                <a:latin typeface="Arial"/>
                <a:ea typeface="MS PGothic" charset="0"/>
              </a:rPr>
              <a:t>functies</a:t>
            </a:r>
            <a:r>
              <a:rPr lang="en-US" sz="2000">
                <a:latin typeface="Arial"/>
                <a:ea typeface="MS PGothic" charset="0"/>
              </a:rPr>
              <a:t> </a:t>
            </a:r>
            <a:r>
              <a:rPr lang="en-US" sz="2000" err="1">
                <a:latin typeface="Arial"/>
                <a:ea typeface="MS PGothic" charset="0"/>
              </a:rPr>
              <a:t>gegroepeerd</a:t>
            </a:r>
            <a:r>
              <a:rPr lang="en-US" sz="2000">
                <a:latin typeface="Arial"/>
                <a:ea typeface="MS PGothic" charset="0"/>
              </a:rPr>
              <a:t> </a:t>
            </a:r>
            <a:r>
              <a:rPr lang="en-US" sz="2000" err="1">
                <a:latin typeface="Arial"/>
                <a:ea typeface="MS PGothic" charset="0"/>
              </a:rPr>
              <a:t>combineren</a:t>
            </a:r>
            <a:endParaRPr lang="en-US" sz="2000">
              <a:latin typeface="Arial"/>
              <a:ea typeface="MS PGothic" charset="0"/>
            </a:endParaRPr>
          </a:p>
        </p:txBody>
      </p:sp>
      <p:sp>
        <p:nvSpPr>
          <p:cNvPr id="33" name="TextBox 1">
            <a:extLst>
              <a:ext uri="{FF2B5EF4-FFF2-40B4-BE49-F238E27FC236}">
                <a16:creationId xmlns:a16="http://schemas.microsoft.com/office/drawing/2014/main" id="{58F9CCB9-1C2F-0B41-FD0D-B156E310175C}"/>
              </a:ext>
            </a:extLst>
          </p:cNvPr>
          <p:cNvSpPr txBox="1"/>
          <p:nvPr/>
        </p:nvSpPr>
        <p:spPr>
          <a:xfrm>
            <a:off x="6615828" y="4096001"/>
            <a:ext cx="5362905" cy="2650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b="1">
                <a:latin typeface="Arial"/>
                <a:ea typeface="MS PGothic" charset="0"/>
              </a:rPr>
              <a:t>Wat </a:t>
            </a:r>
            <a:r>
              <a:rPr lang="en-US" b="1" err="1">
                <a:latin typeface="Arial"/>
                <a:ea typeface="MS PGothic" charset="0"/>
              </a:rPr>
              <a:t>zegt</a:t>
            </a:r>
            <a:r>
              <a:rPr lang="en-US" b="1">
                <a:latin typeface="Arial"/>
                <a:ea typeface="MS PGothic" charset="0"/>
              </a:rPr>
              <a:t> </a:t>
            </a:r>
            <a:r>
              <a:rPr lang="en-US" b="1" err="1">
                <a:latin typeface="Arial"/>
                <a:ea typeface="MS PGothic" charset="0"/>
              </a:rPr>
              <a:t>en</a:t>
            </a:r>
            <a:r>
              <a:rPr lang="en-US" b="1">
                <a:latin typeface="Arial"/>
                <a:ea typeface="MS PGothic" charset="0"/>
              </a:rPr>
              <a:t> wat </a:t>
            </a:r>
            <a:r>
              <a:rPr lang="en-US" b="1" err="1">
                <a:latin typeface="Arial"/>
                <a:ea typeface="MS PGothic" charset="0"/>
              </a:rPr>
              <a:t>doet</a:t>
            </a:r>
            <a:r>
              <a:rPr lang="en-US" b="1">
                <a:latin typeface="Arial"/>
                <a:ea typeface="MS PGothic" charset="0"/>
              </a:rPr>
              <a:t> </a:t>
            </a:r>
            <a:r>
              <a:rPr lang="en-US" b="1" err="1">
                <a:latin typeface="Arial"/>
                <a:ea typeface="MS PGothic" charset="0"/>
              </a:rPr>
              <a:t>dit</a:t>
            </a:r>
            <a:r>
              <a:rPr lang="en-US" b="1">
                <a:latin typeface="Arial"/>
                <a:ea typeface="MS PGothic" charset="0"/>
              </a:rPr>
              <a:t>?</a:t>
            </a:r>
          </a:p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>
                <a:latin typeface="Arial"/>
                <a:ea typeface="MS PGothic" charset="0"/>
              </a:rPr>
              <a:t>Om van </a:t>
            </a:r>
            <a:r>
              <a:rPr lang="en-US" err="1">
                <a:latin typeface="Arial"/>
                <a:ea typeface="MS PGothic" charset="0"/>
              </a:rPr>
              <a:t>een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kolom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een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gemiddelde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aan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te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roepen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heb</a:t>
            </a:r>
            <a:r>
              <a:rPr lang="en-US">
                <a:latin typeface="Arial"/>
                <a:ea typeface="MS PGothic" charset="0"/>
              </a:rPr>
              <a:t> je </a:t>
            </a:r>
            <a:r>
              <a:rPr lang="en-US" err="1">
                <a:latin typeface="Arial"/>
                <a:ea typeface="MS PGothic" charset="0"/>
              </a:rPr>
              <a:t>een</a:t>
            </a:r>
            <a:r>
              <a:rPr lang="en-US">
                <a:latin typeface="Arial"/>
                <a:ea typeface="MS PGothic" charset="0"/>
              </a:rPr>
              <a:t> extra library </a:t>
            </a:r>
            <a:r>
              <a:rPr lang="en-US" err="1">
                <a:latin typeface="Arial"/>
                <a:ea typeface="MS PGothic" charset="0"/>
              </a:rPr>
              <a:t>nodig</a:t>
            </a:r>
            <a:r>
              <a:rPr lang="en-US">
                <a:latin typeface="Arial"/>
                <a:ea typeface="MS PGothic" charset="0"/>
              </a:rPr>
              <a:t>: </a:t>
            </a:r>
            <a:r>
              <a:rPr lang="en-US" err="1">
                <a:latin typeface="Arial"/>
                <a:ea typeface="MS PGothic" charset="0"/>
              </a:rPr>
              <a:t>numpy</a:t>
            </a:r>
            <a:r>
              <a:rPr lang="en-US">
                <a:latin typeface="Arial"/>
                <a:ea typeface="MS PGothic" charset="0"/>
              </a:rPr>
              <a:t>.</a:t>
            </a:r>
          </a:p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>
                <a:latin typeface="Arial"/>
                <a:ea typeface="MS PGothic" charset="0"/>
              </a:rPr>
              <a:t>In </a:t>
            </a:r>
            <a:r>
              <a:rPr lang="en-US" err="1">
                <a:latin typeface="Arial"/>
                <a:ea typeface="MS PGothic" charset="0"/>
              </a:rPr>
              <a:t>agg</a:t>
            </a:r>
            <a:r>
              <a:rPr lang="en-US">
                <a:latin typeface="Arial"/>
                <a:ea typeface="MS PGothic" charset="0"/>
              </a:rPr>
              <a:t>() </a:t>
            </a:r>
            <a:r>
              <a:rPr lang="en-US" err="1">
                <a:latin typeface="Arial"/>
                <a:ea typeface="MS PGothic" charset="0"/>
              </a:rPr>
              <a:t>kun</a:t>
            </a:r>
            <a:r>
              <a:rPr lang="en-US">
                <a:latin typeface="Arial"/>
                <a:ea typeface="MS PGothic" charset="0"/>
              </a:rPr>
              <a:t> je </a:t>
            </a:r>
            <a:r>
              <a:rPr lang="en-US" err="1">
                <a:latin typeface="Arial"/>
                <a:ea typeface="MS PGothic" charset="0"/>
              </a:rPr>
              <a:t>een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lijst</a:t>
            </a:r>
            <a:r>
              <a:rPr lang="en-US">
                <a:latin typeface="Arial"/>
                <a:ea typeface="MS PGothic" charset="0"/>
              </a:rPr>
              <a:t> van </a:t>
            </a:r>
            <a:r>
              <a:rPr lang="en-US" err="1">
                <a:latin typeface="Arial"/>
                <a:ea typeface="MS PGothic" charset="0"/>
              </a:rPr>
              <a:t>functies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zetten</a:t>
            </a:r>
            <a:r>
              <a:rPr lang="en-US">
                <a:latin typeface="Arial"/>
                <a:ea typeface="MS PGothic" charset="0"/>
              </a:rPr>
              <a:t>, </a:t>
            </a:r>
            <a:r>
              <a:rPr lang="en-US" err="1">
                <a:latin typeface="Arial"/>
                <a:ea typeface="MS PGothic" charset="0"/>
              </a:rPr>
              <a:t>waardoor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deze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horizontaal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gecombineerd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worden</a:t>
            </a:r>
            <a:r>
              <a:rPr lang="en-US">
                <a:latin typeface="Arial"/>
                <a:ea typeface="MS PGothic" charset="0"/>
              </a:rPr>
              <a:t>. ‘Sum’ </a:t>
            </a:r>
            <a:r>
              <a:rPr lang="en-US" err="1">
                <a:latin typeface="Arial"/>
                <a:ea typeface="MS PGothic" charset="0"/>
              </a:rPr>
              <a:t>en</a:t>
            </a:r>
            <a:r>
              <a:rPr lang="en-US">
                <a:latin typeface="Arial"/>
                <a:ea typeface="MS PGothic" charset="0"/>
              </a:rPr>
              <a:t> ‘mean’ </a:t>
            </a:r>
            <a:r>
              <a:rPr lang="en-US" err="1">
                <a:latin typeface="Arial"/>
                <a:ea typeface="MS PGothic" charset="0"/>
              </a:rPr>
              <a:t>worden</a:t>
            </a:r>
            <a:r>
              <a:rPr lang="en-US">
                <a:latin typeface="Arial"/>
                <a:ea typeface="MS PGothic" charset="0"/>
              </a:rPr>
              <a:t> in </a:t>
            </a:r>
            <a:r>
              <a:rPr lang="en-US" err="1">
                <a:latin typeface="Arial"/>
                <a:ea typeface="MS PGothic" charset="0"/>
              </a:rPr>
              <a:t>dit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geval</a:t>
            </a:r>
            <a:r>
              <a:rPr lang="en-US">
                <a:latin typeface="Arial"/>
                <a:ea typeface="MS PGothic" charset="0"/>
              </a:rPr>
              <a:t> in </a:t>
            </a:r>
            <a:r>
              <a:rPr lang="en-US" err="1">
                <a:latin typeface="Arial"/>
                <a:ea typeface="MS PGothic" charset="0"/>
              </a:rPr>
              <a:t>deze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lijst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gezet</a:t>
            </a:r>
            <a:r>
              <a:rPr lang="en-US">
                <a:latin typeface="Arial"/>
                <a:ea typeface="MS PGothic" charset="0"/>
              </a:rPr>
              <a:t>.</a:t>
            </a: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ADAF11D8-1A38-BFD9-832D-DB853E2FBC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895" y="1424358"/>
            <a:ext cx="5220152" cy="2370802"/>
          </a:xfrm>
          <a:prstGeom prst="rect">
            <a:avLst/>
          </a:prstGeom>
        </p:spPr>
      </p:pic>
      <p:sp>
        <p:nvSpPr>
          <p:cNvPr id="8" name="TextBox 1">
            <a:extLst>
              <a:ext uri="{FF2B5EF4-FFF2-40B4-BE49-F238E27FC236}">
                <a16:creationId xmlns:a16="http://schemas.microsoft.com/office/drawing/2014/main" id="{2F5B61D6-9642-9A00-8AC9-E3E600D66B21}"/>
              </a:ext>
            </a:extLst>
          </p:cNvPr>
          <p:cNvSpPr txBox="1"/>
          <p:nvPr/>
        </p:nvSpPr>
        <p:spPr>
          <a:xfrm>
            <a:off x="988290" y="4022012"/>
            <a:ext cx="5362905" cy="2650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b="1">
                <a:latin typeface="Arial"/>
                <a:ea typeface="MS PGothic" charset="0"/>
              </a:rPr>
              <a:t>Wat </a:t>
            </a:r>
            <a:r>
              <a:rPr lang="en-US" b="1" err="1">
                <a:latin typeface="Arial"/>
                <a:ea typeface="MS PGothic" charset="0"/>
              </a:rPr>
              <a:t>zegt</a:t>
            </a:r>
            <a:r>
              <a:rPr lang="en-US" b="1">
                <a:latin typeface="Arial"/>
                <a:ea typeface="MS PGothic" charset="0"/>
              </a:rPr>
              <a:t> </a:t>
            </a:r>
            <a:r>
              <a:rPr lang="en-US" b="1" err="1">
                <a:latin typeface="Arial"/>
                <a:ea typeface="MS PGothic" charset="0"/>
              </a:rPr>
              <a:t>en</a:t>
            </a:r>
            <a:r>
              <a:rPr lang="en-US" b="1">
                <a:latin typeface="Arial"/>
                <a:ea typeface="MS PGothic" charset="0"/>
              </a:rPr>
              <a:t> wat </a:t>
            </a:r>
            <a:r>
              <a:rPr lang="en-US" b="1" err="1">
                <a:latin typeface="Arial"/>
                <a:ea typeface="MS PGothic" charset="0"/>
              </a:rPr>
              <a:t>doet</a:t>
            </a:r>
            <a:r>
              <a:rPr lang="en-US" b="1">
                <a:latin typeface="Arial"/>
                <a:ea typeface="MS PGothic" charset="0"/>
              </a:rPr>
              <a:t> </a:t>
            </a:r>
            <a:r>
              <a:rPr lang="en-US" b="1" err="1">
                <a:latin typeface="Arial"/>
                <a:ea typeface="MS PGothic" charset="0"/>
              </a:rPr>
              <a:t>dit</a:t>
            </a:r>
            <a:r>
              <a:rPr lang="en-US" b="1">
                <a:latin typeface="Arial"/>
                <a:ea typeface="MS PGothic" charset="0"/>
              </a:rPr>
              <a:t>?</a:t>
            </a:r>
          </a:p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>
                <a:latin typeface="Arial"/>
                <a:ea typeface="MS PGothic" charset="0"/>
              </a:rPr>
              <a:t>Per </a:t>
            </a:r>
            <a:r>
              <a:rPr lang="en-US" err="1">
                <a:latin typeface="Arial"/>
                <a:ea typeface="MS PGothic" charset="0"/>
              </a:rPr>
              <a:t>woonplaats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wordt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duidelijk</a:t>
            </a:r>
            <a:r>
              <a:rPr lang="en-US">
                <a:latin typeface="Arial"/>
                <a:ea typeface="MS PGothic" charset="0"/>
              </a:rPr>
              <a:t> wat de </a:t>
            </a:r>
            <a:r>
              <a:rPr lang="en-US" err="1">
                <a:latin typeface="Arial"/>
                <a:ea typeface="MS PGothic" charset="0"/>
              </a:rPr>
              <a:t>som</a:t>
            </a:r>
            <a:r>
              <a:rPr lang="en-US">
                <a:latin typeface="Arial"/>
                <a:ea typeface="MS PGothic" charset="0"/>
              </a:rPr>
              <a:t> is van alle </a:t>
            </a:r>
            <a:r>
              <a:rPr lang="en-US" err="1">
                <a:latin typeface="Arial"/>
                <a:ea typeface="MS PGothic" charset="0"/>
              </a:rPr>
              <a:t>uurlonen</a:t>
            </a:r>
            <a:r>
              <a:rPr lang="en-US">
                <a:latin typeface="Arial"/>
                <a:ea typeface="MS PGothic" charset="0"/>
              </a:rPr>
              <a:t>.</a:t>
            </a:r>
          </a:p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>
                <a:latin typeface="Arial"/>
                <a:ea typeface="MS PGothic" charset="0"/>
              </a:rPr>
              <a:t>De </a:t>
            </a:r>
            <a:r>
              <a:rPr lang="en-US" err="1">
                <a:latin typeface="Arial"/>
                <a:ea typeface="MS PGothic" charset="0"/>
              </a:rPr>
              <a:t>kolom</a:t>
            </a:r>
            <a:r>
              <a:rPr lang="en-US">
                <a:latin typeface="Arial"/>
                <a:ea typeface="MS PGothic" charset="0"/>
              </a:rPr>
              <a:t> die je wilt </a:t>
            </a:r>
            <a:r>
              <a:rPr lang="en-US" err="1">
                <a:latin typeface="Arial"/>
                <a:ea typeface="MS PGothic" charset="0"/>
              </a:rPr>
              <a:t>aggregeren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moet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tussen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vierkantshaken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staan</a:t>
            </a:r>
            <a:r>
              <a:rPr lang="en-US">
                <a:latin typeface="Arial"/>
                <a:ea typeface="MS PGothic" charset="0"/>
              </a:rPr>
              <a:t>.</a:t>
            </a:r>
          </a:p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>
                <a:latin typeface="Arial"/>
                <a:ea typeface="MS PGothic" charset="0"/>
              </a:rPr>
              <a:t>‘</a:t>
            </a:r>
            <a:r>
              <a:rPr lang="en-US" err="1">
                <a:latin typeface="Arial"/>
                <a:ea typeface="MS PGothic" charset="0"/>
              </a:rPr>
              <a:t>uurloon</a:t>
            </a:r>
            <a:r>
              <a:rPr lang="en-US">
                <a:latin typeface="Arial"/>
                <a:ea typeface="MS PGothic" charset="0"/>
              </a:rPr>
              <a:t>’ is in het </a:t>
            </a:r>
            <a:r>
              <a:rPr lang="en-US" err="1">
                <a:latin typeface="Arial"/>
                <a:ea typeface="MS PGothic" charset="0"/>
              </a:rPr>
              <a:t>resultaat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eigenlijk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geen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goede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kolomnaam</a:t>
            </a:r>
            <a:r>
              <a:rPr lang="en-US">
                <a:latin typeface="Arial"/>
                <a:ea typeface="MS PGothic" charset="0"/>
              </a:rPr>
              <a:t>, </a:t>
            </a:r>
            <a:r>
              <a:rPr lang="en-US" err="1">
                <a:latin typeface="Arial"/>
                <a:ea typeface="MS PGothic" charset="0"/>
              </a:rPr>
              <a:t>deze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kan</a:t>
            </a:r>
            <a:r>
              <a:rPr lang="en-US">
                <a:latin typeface="Arial"/>
                <a:ea typeface="MS PGothic" charset="0"/>
              </a:rPr>
              <a:t> je </a:t>
            </a:r>
            <a:r>
              <a:rPr lang="en-US" err="1">
                <a:latin typeface="Arial"/>
                <a:ea typeface="MS PGothic" charset="0"/>
              </a:rPr>
              <a:t>beter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aanpassen</a:t>
            </a:r>
            <a:r>
              <a:rPr lang="en-US">
                <a:latin typeface="Arial"/>
                <a:ea typeface="MS PGothic" charset="0"/>
              </a:rPr>
              <a:t>.</a:t>
            </a:r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301BC5AB-1321-4678-9843-A29851BAAE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4674" y="1533410"/>
            <a:ext cx="5442249" cy="2488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658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3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8836E-6531-B080-70A6-CD4B29887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1364" y="6381345"/>
            <a:ext cx="2743200" cy="365125"/>
          </a:xfrm>
        </p:spPr>
        <p:txBody>
          <a:bodyPr/>
          <a:lstStyle/>
          <a:p>
            <a:fld id="{587C737D-49A5-4740-8401-0C4DFF2B9D4A}" type="slidenum">
              <a:rPr lang="nl-NL" smtClean="0"/>
              <a:pPr/>
              <a:t>12</a:t>
            </a:fld>
            <a:endParaRPr lang="nl-NL"/>
          </a:p>
        </p:txBody>
      </p:sp>
      <p:sp>
        <p:nvSpPr>
          <p:cNvPr id="7" name="Tekstvak 7">
            <a:extLst>
              <a:ext uri="{FF2B5EF4-FFF2-40B4-BE49-F238E27FC236}">
                <a16:creationId xmlns:a16="http://schemas.microsoft.com/office/drawing/2014/main" id="{44D485DA-CE64-C41D-89EA-EE617D43532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2711C9-B8C6-980A-6A8E-B70FC6573C7F}"/>
              </a:ext>
            </a:extLst>
          </p:cNvPr>
          <p:cNvSpPr txBox="1"/>
          <p:nvPr/>
        </p:nvSpPr>
        <p:spPr>
          <a:xfrm>
            <a:off x="669602" y="-52863"/>
            <a:ext cx="11522397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DataFrames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horizontaal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samenvoegen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 met merge</a:t>
            </a:r>
          </a:p>
        </p:txBody>
      </p: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6D403D28-38E6-E976-8636-3F973FB2541F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1">
            <a:extLst>
              <a:ext uri="{FF2B5EF4-FFF2-40B4-BE49-F238E27FC236}">
                <a16:creationId xmlns:a16="http://schemas.microsoft.com/office/drawing/2014/main" id="{2CE12FF9-CC35-2F68-2EA7-FF3D5E7BC17B}"/>
              </a:ext>
            </a:extLst>
          </p:cNvPr>
          <p:cNvSpPr txBox="1"/>
          <p:nvPr/>
        </p:nvSpPr>
        <p:spPr>
          <a:xfrm>
            <a:off x="1117370" y="4838384"/>
            <a:ext cx="9146304" cy="19080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>
                <a:latin typeface="Arial"/>
                <a:ea typeface="MS PGothic" charset="0"/>
              </a:rPr>
              <a:t>Met </a:t>
            </a:r>
            <a:r>
              <a:rPr lang="en-US" err="1">
                <a:latin typeface="Arial"/>
                <a:ea typeface="MS PGothic" charset="0"/>
              </a:rPr>
              <a:t>left_on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en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right_on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geven</a:t>
            </a:r>
            <a:r>
              <a:rPr lang="en-US">
                <a:latin typeface="Arial"/>
                <a:ea typeface="MS PGothic" charset="0"/>
              </a:rPr>
              <a:t> we </a:t>
            </a:r>
            <a:r>
              <a:rPr lang="en-US" err="1">
                <a:latin typeface="Arial"/>
                <a:ea typeface="MS PGothic" charset="0"/>
              </a:rPr>
              <a:t>aan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welke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kolommen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uit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welke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tabellen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gelijk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aan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elkaar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moeten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zijn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voor</a:t>
            </a:r>
            <a:r>
              <a:rPr lang="en-US">
                <a:latin typeface="Arial"/>
                <a:ea typeface="MS PGothic" charset="0"/>
              </a:rPr>
              <a:t> de </a:t>
            </a:r>
            <a:r>
              <a:rPr lang="en-US" err="1">
                <a:latin typeface="Arial"/>
                <a:ea typeface="MS PGothic" charset="0"/>
              </a:rPr>
              <a:t>horizontale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samenvoeging</a:t>
            </a:r>
            <a:r>
              <a:rPr lang="en-US">
                <a:latin typeface="Arial"/>
                <a:ea typeface="MS PGothic" charset="0"/>
              </a:rPr>
              <a:t>.</a:t>
            </a:r>
          </a:p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>
                <a:latin typeface="Arial"/>
                <a:ea typeface="MS PGothic" charset="0"/>
              </a:rPr>
              <a:t>Met how </a:t>
            </a:r>
            <a:r>
              <a:rPr lang="en-US" err="1">
                <a:latin typeface="Arial"/>
                <a:ea typeface="MS PGothic" charset="0"/>
              </a:rPr>
              <a:t>geven</a:t>
            </a:r>
            <a:r>
              <a:rPr lang="en-US">
                <a:latin typeface="Arial"/>
                <a:ea typeface="MS PGothic" charset="0"/>
              </a:rPr>
              <a:t> we </a:t>
            </a:r>
            <a:r>
              <a:rPr lang="en-US" err="1">
                <a:latin typeface="Arial"/>
                <a:ea typeface="MS PGothic" charset="0"/>
              </a:rPr>
              <a:t>aan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welke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soort</a:t>
            </a:r>
            <a:r>
              <a:rPr lang="en-US">
                <a:latin typeface="Arial"/>
                <a:ea typeface="MS PGothic" charset="0"/>
              </a:rPr>
              <a:t> join we </a:t>
            </a:r>
            <a:r>
              <a:rPr lang="en-US" err="1">
                <a:latin typeface="Arial"/>
                <a:ea typeface="MS PGothic" charset="0"/>
              </a:rPr>
              <a:t>willen</a:t>
            </a:r>
            <a:r>
              <a:rPr lang="en-US">
                <a:latin typeface="Arial"/>
                <a:ea typeface="MS PGothic" charset="0"/>
              </a:rPr>
              <a:t> (‘inner’, ‘left’, ‘right’ of ‘outer’).</a:t>
            </a:r>
          </a:p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err="1">
                <a:latin typeface="Arial"/>
                <a:ea typeface="MS PGothic" charset="0"/>
              </a:rPr>
              <a:t>Omdat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beide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tabellen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een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kolom</a:t>
            </a:r>
            <a:r>
              <a:rPr lang="en-US">
                <a:latin typeface="Arial"/>
                <a:ea typeface="MS PGothic" charset="0"/>
              </a:rPr>
              <a:t> ‘naam’ </a:t>
            </a:r>
            <a:r>
              <a:rPr lang="en-US" err="1">
                <a:latin typeface="Arial"/>
                <a:ea typeface="MS PGothic" charset="0"/>
              </a:rPr>
              <a:t>hebben</a:t>
            </a:r>
            <a:r>
              <a:rPr lang="en-US">
                <a:latin typeface="Arial"/>
                <a:ea typeface="MS PGothic" charset="0"/>
              </a:rPr>
              <a:t>, </a:t>
            </a:r>
            <a:r>
              <a:rPr lang="en-US" err="1">
                <a:latin typeface="Arial"/>
                <a:ea typeface="MS PGothic" charset="0"/>
              </a:rPr>
              <a:t>probeert</a:t>
            </a:r>
            <a:r>
              <a:rPr lang="en-US">
                <a:latin typeface="Arial"/>
                <a:ea typeface="MS PGothic" charset="0"/>
              </a:rPr>
              <a:t> pandas </a:t>
            </a:r>
            <a:r>
              <a:rPr lang="en-US" err="1">
                <a:latin typeface="Arial"/>
                <a:ea typeface="MS PGothic" charset="0"/>
              </a:rPr>
              <a:t>deze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verschillend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te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maken</a:t>
            </a:r>
            <a:r>
              <a:rPr lang="en-US">
                <a:latin typeface="Arial"/>
                <a:ea typeface="MS PGothic" charset="0"/>
              </a:rPr>
              <a:t>, door achter de </a:t>
            </a:r>
            <a:r>
              <a:rPr lang="en-US" err="1">
                <a:latin typeface="Arial"/>
                <a:ea typeface="MS PGothic" charset="0"/>
              </a:rPr>
              <a:t>ene</a:t>
            </a:r>
            <a:r>
              <a:rPr lang="en-US">
                <a:latin typeface="Arial"/>
                <a:ea typeface="MS PGothic" charset="0"/>
              </a:rPr>
              <a:t> naam ‘_x’ </a:t>
            </a:r>
            <a:r>
              <a:rPr lang="en-US" err="1">
                <a:latin typeface="Arial"/>
                <a:ea typeface="MS PGothic" charset="0"/>
              </a:rPr>
              <a:t>en</a:t>
            </a:r>
            <a:r>
              <a:rPr lang="en-US">
                <a:latin typeface="Arial"/>
                <a:ea typeface="MS PGothic" charset="0"/>
              </a:rPr>
              <a:t> achter de </a:t>
            </a:r>
            <a:r>
              <a:rPr lang="en-US" err="1">
                <a:latin typeface="Arial"/>
                <a:ea typeface="MS PGothic" charset="0"/>
              </a:rPr>
              <a:t>andere</a:t>
            </a:r>
            <a:r>
              <a:rPr lang="en-US">
                <a:latin typeface="Arial"/>
                <a:ea typeface="MS PGothic" charset="0"/>
              </a:rPr>
              <a:t> naam ‘_y’ toe </a:t>
            </a:r>
            <a:r>
              <a:rPr lang="en-US" err="1">
                <a:latin typeface="Arial"/>
                <a:ea typeface="MS PGothic" charset="0"/>
              </a:rPr>
              <a:t>te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voegen</a:t>
            </a:r>
            <a:r>
              <a:rPr lang="en-US">
                <a:latin typeface="Arial"/>
                <a:ea typeface="MS PGothic" charset="0"/>
              </a:rPr>
              <a:t>.</a:t>
            </a: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EBE3AA3E-47BF-A6EE-D5E3-D7D3220C09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6147" y="1364213"/>
            <a:ext cx="9858415" cy="3263771"/>
          </a:xfrm>
          <a:prstGeom prst="rect">
            <a:avLst/>
          </a:prstGeom>
        </p:spPr>
      </p:pic>
      <p:sp>
        <p:nvSpPr>
          <p:cNvPr id="8" name="Tekstvak 7">
            <a:extLst>
              <a:ext uri="{FF2B5EF4-FFF2-40B4-BE49-F238E27FC236}">
                <a16:creationId xmlns:a16="http://schemas.microsoft.com/office/drawing/2014/main" id="{05FEB299-CA79-BE31-F374-B5166620C294}"/>
              </a:ext>
            </a:extLst>
          </p:cNvPr>
          <p:cNvSpPr txBox="1"/>
          <p:nvPr/>
        </p:nvSpPr>
        <p:spPr>
          <a:xfrm>
            <a:off x="988290" y="903841"/>
            <a:ext cx="110651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/>
              <a:t>De tabel medewerker heeft een vreemde sleutel ‘functie’ die verwijst naar de kolom ‘code’ in de tabel ‘functie’</a:t>
            </a:r>
          </a:p>
        </p:txBody>
      </p:sp>
    </p:spTree>
    <p:extLst>
      <p:ext uri="{BB962C8B-B14F-4D97-AF65-F5344CB8AC3E}">
        <p14:creationId xmlns:p14="http://schemas.microsoft.com/office/powerpoint/2010/main" val="1385492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8836E-6531-B080-70A6-CD4B29887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1364" y="6381345"/>
            <a:ext cx="2743200" cy="365125"/>
          </a:xfrm>
        </p:spPr>
        <p:txBody>
          <a:bodyPr/>
          <a:lstStyle/>
          <a:p>
            <a:fld id="{587C737D-49A5-4740-8401-0C4DFF2B9D4A}" type="slidenum">
              <a:rPr lang="nl-NL" smtClean="0"/>
              <a:pPr/>
              <a:t>13</a:t>
            </a:fld>
            <a:endParaRPr lang="nl-NL"/>
          </a:p>
        </p:txBody>
      </p:sp>
      <p:sp>
        <p:nvSpPr>
          <p:cNvPr id="7" name="Tekstvak 7">
            <a:extLst>
              <a:ext uri="{FF2B5EF4-FFF2-40B4-BE49-F238E27FC236}">
                <a16:creationId xmlns:a16="http://schemas.microsoft.com/office/drawing/2014/main" id="{44D485DA-CE64-C41D-89EA-EE617D43532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2711C9-B8C6-980A-6A8E-B70FC6573C7F}"/>
              </a:ext>
            </a:extLst>
          </p:cNvPr>
          <p:cNvSpPr txBox="1"/>
          <p:nvPr/>
        </p:nvSpPr>
        <p:spPr>
          <a:xfrm>
            <a:off x="669602" y="-52863"/>
            <a:ext cx="11522397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Extra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hulpmiddel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 met merge: indicator = True</a:t>
            </a:r>
          </a:p>
        </p:txBody>
      </p: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6D403D28-38E6-E976-8636-3F973FB2541F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1">
            <a:extLst>
              <a:ext uri="{FF2B5EF4-FFF2-40B4-BE49-F238E27FC236}">
                <a16:creationId xmlns:a16="http://schemas.microsoft.com/office/drawing/2014/main" id="{2CE12FF9-CC35-2F68-2EA7-FF3D5E7BC17B}"/>
              </a:ext>
            </a:extLst>
          </p:cNvPr>
          <p:cNvSpPr txBox="1"/>
          <p:nvPr/>
        </p:nvSpPr>
        <p:spPr>
          <a:xfrm>
            <a:off x="1045735" y="5174129"/>
            <a:ext cx="10626861" cy="1536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</a:pPr>
            <a:r>
              <a:rPr lang="en-US">
                <a:latin typeface="Arial"/>
                <a:ea typeface="MS PGothic" charset="0"/>
              </a:rPr>
              <a:t>Door </a:t>
            </a:r>
            <a:r>
              <a:rPr lang="en-US" err="1">
                <a:latin typeface="Arial"/>
                <a:ea typeface="MS PGothic" charset="0"/>
              </a:rPr>
              <a:t>aan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een</a:t>
            </a:r>
            <a:r>
              <a:rPr lang="en-US">
                <a:latin typeface="Arial"/>
                <a:ea typeface="MS PGothic" charset="0"/>
              </a:rPr>
              <a:t> outer-join ‘indicator = True’ toe </a:t>
            </a:r>
            <a:r>
              <a:rPr lang="en-US" err="1">
                <a:latin typeface="Arial"/>
                <a:ea typeface="MS PGothic" charset="0"/>
              </a:rPr>
              <a:t>te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voegen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zie</a:t>
            </a:r>
            <a:r>
              <a:rPr lang="en-US">
                <a:latin typeface="Arial"/>
                <a:ea typeface="MS PGothic" charset="0"/>
              </a:rPr>
              <a:t> je per </a:t>
            </a:r>
            <a:r>
              <a:rPr lang="en-US" err="1">
                <a:latin typeface="Arial"/>
                <a:ea typeface="MS PGothic" charset="0"/>
              </a:rPr>
              <a:t>rij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uit</a:t>
            </a:r>
            <a:r>
              <a:rPr lang="en-US">
                <a:latin typeface="Arial"/>
                <a:ea typeface="MS PGothic" charset="0"/>
              </a:rPr>
              <a:t> de </a:t>
            </a:r>
            <a:r>
              <a:rPr lang="en-US" err="1">
                <a:latin typeface="Arial"/>
                <a:ea typeface="MS PGothic" charset="0"/>
              </a:rPr>
              <a:t>ene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tabel</a:t>
            </a:r>
            <a:r>
              <a:rPr lang="en-US">
                <a:latin typeface="Arial"/>
                <a:ea typeface="MS PGothic" charset="0"/>
              </a:rPr>
              <a:t> of er </a:t>
            </a:r>
            <a:r>
              <a:rPr lang="en-US" err="1">
                <a:latin typeface="Arial"/>
                <a:ea typeface="MS PGothic" charset="0"/>
              </a:rPr>
              <a:t>een</a:t>
            </a:r>
            <a:r>
              <a:rPr lang="en-US">
                <a:latin typeface="Arial"/>
                <a:ea typeface="MS PGothic" charset="0"/>
              </a:rPr>
              <a:t> match </a:t>
            </a:r>
            <a:r>
              <a:rPr lang="en-US" err="1">
                <a:latin typeface="Arial"/>
                <a:ea typeface="MS PGothic" charset="0"/>
              </a:rPr>
              <a:t>gemaakt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kan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worden</a:t>
            </a:r>
            <a:r>
              <a:rPr lang="en-US">
                <a:latin typeface="Arial"/>
                <a:ea typeface="MS PGothic" charset="0"/>
              </a:rPr>
              <a:t> met de </a:t>
            </a:r>
            <a:r>
              <a:rPr lang="en-US" err="1">
                <a:latin typeface="Arial"/>
                <a:ea typeface="MS PGothic" charset="0"/>
              </a:rPr>
              <a:t>andere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tabel</a:t>
            </a:r>
            <a:r>
              <a:rPr lang="en-US">
                <a:latin typeface="Arial"/>
                <a:ea typeface="MS PGothic" charset="0"/>
              </a:rPr>
              <a:t> (‘both’) </a:t>
            </a:r>
            <a:r>
              <a:rPr lang="en-US" err="1">
                <a:latin typeface="Arial"/>
                <a:ea typeface="MS PGothic" charset="0"/>
              </a:rPr>
              <a:t>en</a:t>
            </a:r>
            <a:r>
              <a:rPr lang="en-US">
                <a:latin typeface="Arial"/>
                <a:ea typeface="MS PGothic" charset="0"/>
              </a:rPr>
              <a:t> zo nee: </a:t>
            </a:r>
            <a:r>
              <a:rPr lang="en-US" err="1">
                <a:latin typeface="Arial"/>
                <a:ea typeface="MS PGothic" charset="0"/>
              </a:rPr>
              <a:t>waarom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niet</a:t>
            </a:r>
            <a:r>
              <a:rPr lang="en-US">
                <a:latin typeface="Arial"/>
                <a:ea typeface="MS PGothic" charset="0"/>
              </a:rPr>
              <a:t>.</a:t>
            </a:r>
          </a:p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err="1">
                <a:latin typeface="Arial"/>
                <a:ea typeface="MS PGothic" charset="0"/>
              </a:rPr>
              <a:t>left_only</a:t>
            </a:r>
            <a:r>
              <a:rPr lang="en-US">
                <a:latin typeface="Arial"/>
                <a:ea typeface="MS PGothic" charset="0"/>
              </a:rPr>
              <a:t>: de </a:t>
            </a:r>
            <a:r>
              <a:rPr lang="en-US" err="1">
                <a:latin typeface="Arial"/>
                <a:ea typeface="MS PGothic" charset="0"/>
              </a:rPr>
              <a:t>betreffende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sleutel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komt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alleen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voor</a:t>
            </a:r>
            <a:r>
              <a:rPr lang="en-US">
                <a:latin typeface="Arial"/>
                <a:ea typeface="MS PGothic" charset="0"/>
              </a:rPr>
              <a:t> in de </a:t>
            </a:r>
            <a:r>
              <a:rPr lang="en-US" err="1">
                <a:latin typeface="Arial"/>
                <a:ea typeface="MS PGothic" charset="0"/>
              </a:rPr>
              <a:t>linkertabel</a:t>
            </a:r>
            <a:r>
              <a:rPr lang="en-US">
                <a:latin typeface="Arial"/>
                <a:ea typeface="MS PGothic" charset="0"/>
              </a:rPr>
              <a:t>.</a:t>
            </a:r>
          </a:p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err="1">
                <a:latin typeface="Arial"/>
                <a:ea typeface="MS PGothic" charset="0"/>
              </a:rPr>
              <a:t>right_only</a:t>
            </a:r>
            <a:r>
              <a:rPr lang="en-US">
                <a:latin typeface="Arial"/>
                <a:ea typeface="MS PGothic" charset="0"/>
              </a:rPr>
              <a:t>: de </a:t>
            </a:r>
            <a:r>
              <a:rPr lang="en-US" err="1">
                <a:latin typeface="Arial"/>
                <a:ea typeface="MS PGothic" charset="0"/>
              </a:rPr>
              <a:t>betreffende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sleutel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komt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alleen</a:t>
            </a:r>
            <a:r>
              <a:rPr lang="en-US">
                <a:latin typeface="Arial"/>
                <a:ea typeface="MS PGothic" charset="0"/>
              </a:rPr>
              <a:t> </a:t>
            </a:r>
            <a:r>
              <a:rPr lang="en-US" err="1">
                <a:latin typeface="Arial"/>
                <a:ea typeface="MS PGothic" charset="0"/>
              </a:rPr>
              <a:t>voor</a:t>
            </a:r>
            <a:r>
              <a:rPr lang="en-US">
                <a:latin typeface="Arial"/>
                <a:ea typeface="MS PGothic" charset="0"/>
              </a:rPr>
              <a:t> de in </a:t>
            </a:r>
            <a:r>
              <a:rPr lang="en-US" err="1">
                <a:latin typeface="Arial"/>
                <a:ea typeface="MS PGothic" charset="0"/>
              </a:rPr>
              <a:t>rechtertabel</a:t>
            </a:r>
            <a:r>
              <a:rPr lang="en-US">
                <a:latin typeface="Arial"/>
                <a:ea typeface="MS PGothic" charset="0"/>
              </a:rPr>
              <a:t>.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05FEB299-CA79-BE31-F374-B5166620C294}"/>
              </a:ext>
            </a:extLst>
          </p:cNvPr>
          <p:cNvSpPr txBox="1"/>
          <p:nvPr/>
        </p:nvSpPr>
        <p:spPr>
          <a:xfrm>
            <a:off x="988290" y="903841"/>
            <a:ext cx="110651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/>
              <a:t>De tabel medewerker heeft een vreemde sleutel ‘functie’ die verwijst naar de kolom ‘code’ in de tabel ‘functie’</a:t>
            </a:r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263041BA-68AB-FA3A-58D9-DE937A294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734" y="1441094"/>
            <a:ext cx="10384265" cy="3529226"/>
          </a:xfrm>
          <a:prstGeom prst="rect">
            <a:avLst/>
          </a:prstGeom>
        </p:spPr>
      </p:pic>
      <p:sp>
        <p:nvSpPr>
          <p:cNvPr id="11" name="Rechthoek 10">
            <a:extLst>
              <a:ext uri="{FF2B5EF4-FFF2-40B4-BE49-F238E27FC236}">
                <a16:creationId xmlns:a16="http://schemas.microsoft.com/office/drawing/2014/main" id="{A567E885-B99C-F259-1BB0-B6BB5E0ADFE4}"/>
              </a:ext>
            </a:extLst>
          </p:cNvPr>
          <p:cNvSpPr/>
          <p:nvPr/>
        </p:nvSpPr>
        <p:spPr>
          <a:xfrm>
            <a:off x="9722498" y="1502229"/>
            <a:ext cx="1622066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6E300116-7F93-5185-4EED-EC725A7E4F9C}"/>
              </a:ext>
            </a:extLst>
          </p:cNvPr>
          <p:cNvSpPr/>
          <p:nvPr/>
        </p:nvSpPr>
        <p:spPr>
          <a:xfrm>
            <a:off x="8601364" y="2224020"/>
            <a:ext cx="869207" cy="27463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Rechthoek 13">
            <a:extLst>
              <a:ext uri="{FF2B5EF4-FFF2-40B4-BE49-F238E27FC236}">
                <a16:creationId xmlns:a16="http://schemas.microsoft.com/office/drawing/2014/main" id="{5CCE8BFB-E7B4-37EC-6194-61A5A11569B8}"/>
              </a:ext>
            </a:extLst>
          </p:cNvPr>
          <p:cNvSpPr/>
          <p:nvPr/>
        </p:nvSpPr>
        <p:spPr>
          <a:xfrm>
            <a:off x="6359165" y="1476982"/>
            <a:ext cx="1431896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11425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8836E-6531-B080-70A6-CD4B29887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1364" y="6381345"/>
            <a:ext cx="2743200" cy="365125"/>
          </a:xfrm>
        </p:spPr>
        <p:txBody>
          <a:bodyPr/>
          <a:lstStyle/>
          <a:p>
            <a:fld id="{587C737D-49A5-4740-8401-0C4DFF2B9D4A}" type="slidenum">
              <a:rPr lang="nl-NL" smtClean="0"/>
              <a:pPr/>
              <a:t>14</a:t>
            </a:fld>
            <a:endParaRPr lang="nl-NL"/>
          </a:p>
        </p:txBody>
      </p:sp>
      <p:sp>
        <p:nvSpPr>
          <p:cNvPr id="7" name="Tekstvak 7">
            <a:extLst>
              <a:ext uri="{FF2B5EF4-FFF2-40B4-BE49-F238E27FC236}">
                <a16:creationId xmlns:a16="http://schemas.microsoft.com/office/drawing/2014/main" id="{44D485DA-CE64-C41D-89EA-EE617D43532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2711C9-B8C6-980A-6A8E-B70FC6573C7F}"/>
              </a:ext>
            </a:extLst>
          </p:cNvPr>
          <p:cNvSpPr txBox="1"/>
          <p:nvPr/>
        </p:nvSpPr>
        <p:spPr>
          <a:xfrm>
            <a:off x="669602" y="-52863"/>
            <a:ext cx="11522397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DataFrames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verticaal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samenvoegen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 met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concat</a:t>
            </a:r>
            <a:endParaRPr lang="en-US" sz="3000" b="1">
              <a:solidFill>
                <a:srgbClr val="829C30"/>
              </a:solidFill>
              <a:latin typeface="Arial"/>
              <a:ea typeface="MS PGothic" charset="0"/>
            </a:endParaRPr>
          </a:p>
        </p:txBody>
      </p: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6D403D28-38E6-E976-8636-3F973FB2541F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">
            <a:extLst>
              <a:ext uri="{FF2B5EF4-FFF2-40B4-BE49-F238E27FC236}">
                <a16:creationId xmlns:a16="http://schemas.microsoft.com/office/drawing/2014/main" id="{0DB2B4CD-BB42-A039-4498-39BE6FD63C1B}"/>
              </a:ext>
            </a:extLst>
          </p:cNvPr>
          <p:cNvSpPr txBox="1"/>
          <p:nvPr/>
        </p:nvSpPr>
        <p:spPr>
          <a:xfrm>
            <a:off x="2313992" y="5918802"/>
            <a:ext cx="7968343" cy="872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2000">
                <a:latin typeface="Arial"/>
                <a:ea typeface="MS PGothic" charset="0"/>
              </a:rPr>
              <a:t>Let op: alle </a:t>
            </a:r>
            <a:r>
              <a:rPr lang="en-US" sz="2000" err="1">
                <a:latin typeface="Arial"/>
                <a:ea typeface="MS PGothic" charset="0"/>
              </a:rPr>
              <a:t>tabellen</a:t>
            </a:r>
            <a:r>
              <a:rPr lang="en-US" sz="2000">
                <a:latin typeface="Arial"/>
                <a:ea typeface="MS PGothic" charset="0"/>
              </a:rPr>
              <a:t> in de </a:t>
            </a:r>
            <a:r>
              <a:rPr lang="en-US" sz="2000" err="1">
                <a:latin typeface="Arial"/>
                <a:ea typeface="MS PGothic" charset="0"/>
              </a:rPr>
              <a:t>lijst</a:t>
            </a:r>
            <a:r>
              <a:rPr lang="en-US" sz="2000">
                <a:latin typeface="Arial"/>
                <a:ea typeface="MS PGothic" charset="0"/>
              </a:rPr>
              <a:t> </a:t>
            </a:r>
            <a:r>
              <a:rPr lang="en-US" sz="2000" err="1">
                <a:latin typeface="Arial"/>
                <a:ea typeface="MS PGothic" charset="0"/>
              </a:rPr>
              <a:t>moeten</a:t>
            </a:r>
            <a:r>
              <a:rPr lang="en-US" sz="2000">
                <a:latin typeface="Arial"/>
                <a:ea typeface="MS PGothic" charset="0"/>
              </a:rPr>
              <a:t> </a:t>
            </a:r>
            <a:r>
              <a:rPr lang="en-US" sz="2000" err="1">
                <a:latin typeface="Arial"/>
                <a:ea typeface="MS PGothic" charset="0"/>
              </a:rPr>
              <a:t>hiervoor</a:t>
            </a:r>
            <a:r>
              <a:rPr lang="en-US" sz="2000">
                <a:latin typeface="Arial"/>
                <a:ea typeface="MS PGothic" charset="0"/>
              </a:rPr>
              <a:t> exact </a:t>
            </a:r>
            <a:r>
              <a:rPr lang="en-US" sz="2000" err="1">
                <a:latin typeface="Arial"/>
                <a:ea typeface="MS PGothic" charset="0"/>
              </a:rPr>
              <a:t>dezelfde</a:t>
            </a:r>
            <a:r>
              <a:rPr lang="en-US" sz="2000">
                <a:latin typeface="Arial"/>
                <a:ea typeface="MS PGothic" charset="0"/>
              </a:rPr>
              <a:t> </a:t>
            </a:r>
            <a:r>
              <a:rPr lang="en-US" sz="2000" err="1">
                <a:latin typeface="Arial"/>
                <a:ea typeface="MS PGothic" charset="0"/>
              </a:rPr>
              <a:t>aantallen</a:t>
            </a:r>
            <a:r>
              <a:rPr lang="en-US" sz="2000">
                <a:latin typeface="Arial"/>
                <a:ea typeface="MS PGothic" charset="0"/>
              </a:rPr>
              <a:t> </a:t>
            </a:r>
            <a:r>
              <a:rPr lang="en-US" sz="2000" err="1">
                <a:latin typeface="Arial"/>
                <a:ea typeface="MS PGothic" charset="0"/>
              </a:rPr>
              <a:t>kolommen</a:t>
            </a:r>
            <a:r>
              <a:rPr lang="en-US" sz="2000">
                <a:latin typeface="Arial"/>
                <a:ea typeface="MS PGothic" charset="0"/>
              </a:rPr>
              <a:t> </a:t>
            </a:r>
            <a:r>
              <a:rPr lang="en-US" sz="2000" err="1">
                <a:latin typeface="Arial"/>
                <a:ea typeface="MS PGothic" charset="0"/>
              </a:rPr>
              <a:t>en</a:t>
            </a:r>
            <a:r>
              <a:rPr lang="en-US" sz="2000">
                <a:latin typeface="Arial"/>
                <a:ea typeface="MS PGothic" charset="0"/>
              </a:rPr>
              <a:t> </a:t>
            </a:r>
            <a:r>
              <a:rPr lang="en-US" sz="2000" err="1">
                <a:latin typeface="Arial"/>
                <a:ea typeface="MS PGothic" charset="0"/>
              </a:rPr>
              <a:t>kolomnamen</a:t>
            </a:r>
            <a:r>
              <a:rPr lang="en-US" sz="2000">
                <a:latin typeface="Arial"/>
                <a:ea typeface="MS PGothic" charset="0"/>
              </a:rPr>
              <a:t> </a:t>
            </a:r>
            <a:r>
              <a:rPr lang="en-US" sz="2000" err="1">
                <a:latin typeface="Arial"/>
                <a:ea typeface="MS PGothic" charset="0"/>
              </a:rPr>
              <a:t>hebben</a:t>
            </a:r>
            <a:endParaRPr lang="en-US" sz="2000">
              <a:latin typeface="Arial"/>
              <a:ea typeface="MS PGothic" charset="0"/>
            </a:endParaRP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96527096-BA8A-32A0-1531-04BCC8EE9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4155" y="952941"/>
            <a:ext cx="9078686" cy="4952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0388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8836E-6531-B080-70A6-CD4B29887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1364" y="6381345"/>
            <a:ext cx="2743200" cy="365125"/>
          </a:xfrm>
        </p:spPr>
        <p:txBody>
          <a:bodyPr/>
          <a:lstStyle/>
          <a:p>
            <a:fld id="{587C737D-49A5-4740-8401-0C4DFF2B9D4A}" type="slidenum">
              <a:rPr lang="nl-NL" smtClean="0"/>
              <a:pPr/>
              <a:t>15</a:t>
            </a:fld>
            <a:endParaRPr lang="nl-NL"/>
          </a:p>
        </p:txBody>
      </p:sp>
      <p:sp>
        <p:nvSpPr>
          <p:cNvPr id="7" name="Tekstvak 7">
            <a:extLst>
              <a:ext uri="{FF2B5EF4-FFF2-40B4-BE49-F238E27FC236}">
                <a16:creationId xmlns:a16="http://schemas.microsoft.com/office/drawing/2014/main" id="{44D485DA-CE64-C41D-89EA-EE617D43532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6D403D28-38E6-E976-8636-3F973FB2541F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">
            <a:extLst>
              <a:ext uri="{FF2B5EF4-FFF2-40B4-BE49-F238E27FC236}">
                <a16:creationId xmlns:a16="http://schemas.microsoft.com/office/drawing/2014/main" id="{0DB2B4CD-BB42-A039-4498-39BE6FD63C1B}"/>
              </a:ext>
            </a:extLst>
          </p:cNvPr>
          <p:cNvSpPr txBox="1"/>
          <p:nvPr/>
        </p:nvSpPr>
        <p:spPr>
          <a:xfrm>
            <a:off x="7809723" y="1383592"/>
            <a:ext cx="4382277" cy="4996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2000" err="1">
                <a:latin typeface="Arial"/>
                <a:ea typeface="MS PGothic" charset="0"/>
              </a:rPr>
              <a:t>iterrows</a:t>
            </a:r>
            <a:r>
              <a:rPr lang="en-US" sz="2000">
                <a:latin typeface="Arial"/>
                <a:ea typeface="MS PGothic" charset="0"/>
              </a:rPr>
              <a:t>() </a:t>
            </a:r>
            <a:r>
              <a:rPr lang="en-US" sz="2000" err="1">
                <a:latin typeface="Arial"/>
                <a:ea typeface="MS PGothic" charset="0"/>
              </a:rPr>
              <a:t>zorgt</a:t>
            </a:r>
            <a:r>
              <a:rPr lang="en-US" sz="2000">
                <a:latin typeface="Arial"/>
                <a:ea typeface="MS PGothic" charset="0"/>
              </a:rPr>
              <a:t> </a:t>
            </a:r>
            <a:r>
              <a:rPr lang="en-US" sz="2000" err="1">
                <a:latin typeface="Arial"/>
                <a:ea typeface="MS PGothic" charset="0"/>
              </a:rPr>
              <a:t>ervoor</a:t>
            </a:r>
            <a:r>
              <a:rPr lang="en-US" sz="2000">
                <a:latin typeface="Arial"/>
                <a:ea typeface="MS PGothic" charset="0"/>
              </a:rPr>
              <a:t> </a:t>
            </a:r>
            <a:r>
              <a:rPr lang="en-US" sz="2000" err="1">
                <a:latin typeface="Arial"/>
                <a:ea typeface="MS PGothic" charset="0"/>
              </a:rPr>
              <a:t>dat</a:t>
            </a:r>
            <a:r>
              <a:rPr lang="en-US" sz="2000">
                <a:latin typeface="Arial"/>
                <a:ea typeface="MS PGothic" charset="0"/>
              </a:rPr>
              <a:t> </a:t>
            </a:r>
            <a:r>
              <a:rPr lang="en-US" sz="2000" err="1">
                <a:latin typeface="Arial"/>
                <a:ea typeface="MS PGothic" charset="0"/>
              </a:rPr>
              <a:t>elke</a:t>
            </a:r>
            <a:r>
              <a:rPr lang="en-US" sz="2000">
                <a:latin typeface="Arial"/>
                <a:ea typeface="MS PGothic" charset="0"/>
              </a:rPr>
              <a:t> </a:t>
            </a:r>
            <a:r>
              <a:rPr lang="en-US" sz="2000" err="1">
                <a:latin typeface="Arial"/>
                <a:ea typeface="MS PGothic" charset="0"/>
              </a:rPr>
              <a:t>rij</a:t>
            </a:r>
            <a:r>
              <a:rPr lang="en-US" sz="2000">
                <a:latin typeface="Arial"/>
                <a:ea typeface="MS PGothic" charset="0"/>
              </a:rPr>
              <a:t> </a:t>
            </a:r>
            <a:r>
              <a:rPr lang="en-US" sz="2000" err="1">
                <a:latin typeface="Arial"/>
                <a:ea typeface="MS PGothic" charset="0"/>
              </a:rPr>
              <a:t>wordt</a:t>
            </a:r>
            <a:r>
              <a:rPr lang="en-US" sz="2000">
                <a:latin typeface="Arial"/>
                <a:ea typeface="MS PGothic" charset="0"/>
              </a:rPr>
              <a:t> </a:t>
            </a:r>
            <a:r>
              <a:rPr lang="en-US" sz="2000" err="1">
                <a:latin typeface="Arial"/>
                <a:ea typeface="MS PGothic" charset="0"/>
              </a:rPr>
              <a:t>gesplitst</a:t>
            </a:r>
            <a:r>
              <a:rPr lang="en-US" sz="2000">
                <a:latin typeface="Arial"/>
                <a:ea typeface="MS PGothic" charset="0"/>
              </a:rPr>
              <a:t> in </a:t>
            </a:r>
            <a:r>
              <a:rPr lang="en-US" sz="2000" err="1">
                <a:latin typeface="Arial"/>
                <a:ea typeface="MS PGothic" charset="0"/>
              </a:rPr>
              <a:t>een</a:t>
            </a:r>
            <a:r>
              <a:rPr lang="en-US" sz="2000">
                <a:latin typeface="Arial"/>
                <a:ea typeface="MS PGothic" charset="0"/>
              </a:rPr>
              <a:t> </a:t>
            </a:r>
            <a:r>
              <a:rPr lang="en-US" sz="2000" err="1">
                <a:latin typeface="Arial"/>
                <a:ea typeface="MS PGothic" charset="0"/>
              </a:rPr>
              <a:t>indexnummer</a:t>
            </a:r>
            <a:r>
              <a:rPr lang="en-US" sz="2000">
                <a:latin typeface="Arial"/>
                <a:ea typeface="MS PGothic" charset="0"/>
              </a:rPr>
              <a:t> </a:t>
            </a:r>
            <a:r>
              <a:rPr lang="en-US" sz="2000" err="1">
                <a:latin typeface="Arial"/>
                <a:ea typeface="MS PGothic" charset="0"/>
              </a:rPr>
              <a:t>en</a:t>
            </a:r>
            <a:r>
              <a:rPr lang="en-US" sz="2000">
                <a:latin typeface="Arial"/>
                <a:ea typeface="MS PGothic" charset="0"/>
              </a:rPr>
              <a:t> </a:t>
            </a:r>
            <a:r>
              <a:rPr lang="en-US" sz="2000" err="1">
                <a:latin typeface="Arial"/>
                <a:ea typeface="MS PGothic" charset="0"/>
              </a:rPr>
              <a:t>een</a:t>
            </a:r>
            <a:r>
              <a:rPr lang="en-US" sz="2000">
                <a:latin typeface="Arial"/>
                <a:ea typeface="MS PGothic" charset="0"/>
              </a:rPr>
              <a:t> row, </a:t>
            </a:r>
            <a:r>
              <a:rPr lang="en-US" sz="2000" err="1">
                <a:latin typeface="Arial"/>
                <a:ea typeface="MS PGothic" charset="0"/>
              </a:rPr>
              <a:t>waarin</a:t>
            </a:r>
            <a:r>
              <a:rPr lang="en-US" sz="2000">
                <a:latin typeface="Arial"/>
                <a:ea typeface="MS PGothic" charset="0"/>
              </a:rPr>
              <a:t> alle </a:t>
            </a:r>
            <a:r>
              <a:rPr lang="en-US" sz="2000" err="1">
                <a:latin typeface="Arial"/>
                <a:ea typeface="MS PGothic" charset="0"/>
              </a:rPr>
              <a:t>rijwaarden</a:t>
            </a:r>
            <a:r>
              <a:rPr lang="en-US" sz="2000">
                <a:latin typeface="Arial"/>
                <a:ea typeface="MS PGothic" charset="0"/>
              </a:rPr>
              <a:t> </a:t>
            </a:r>
            <a:r>
              <a:rPr lang="en-US" sz="2000" err="1">
                <a:latin typeface="Arial"/>
                <a:ea typeface="MS PGothic" charset="0"/>
              </a:rPr>
              <a:t>opgeslagen</a:t>
            </a:r>
            <a:r>
              <a:rPr lang="en-US" sz="2000">
                <a:latin typeface="Arial"/>
                <a:ea typeface="MS PGothic" charset="0"/>
              </a:rPr>
              <a:t> </a:t>
            </a:r>
            <a:r>
              <a:rPr lang="en-US" sz="2000" err="1">
                <a:latin typeface="Arial"/>
                <a:ea typeface="MS PGothic" charset="0"/>
              </a:rPr>
              <a:t>liggen</a:t>
            </a:r>
            <a:r>
              <a:rPr lang="en-US" sz="2000">
                <a:latin typeface="Arial"/>
                <a:ea typeface="MS PGothic" charset="0"/>
              </a:rPr>
              <a:t>.</a:t>
            </a:r>
          </a:p>
          <a:p>
            <a:pPr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endParaRPr lang="en-US" sz="2000">
              <a:latin typeface="Arial"/>
              <a:ea typeface="MS PGothic" charset="0"/>
            </a:endParaRPr>
          </a:p>
          <a:p>
            <a:pPr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2000">
                <a:latin typeface="Arial"/>
                <a:ea typeface="MS PGothic" charset="0"/>
              </a:rPr>
              <a:t>Met .at[] </a:t>
            </a:r>
            <a:r>
              <a:rPr lang="en-US" sz="2000" err="1">
                <a:latin typeface="Arial"/>
                <a:ea typeface="MS PGothic" charset="0"/>
              </a:rPr>
              <a:t>wordt</a:t>
            </a:r>
            <a:r>
              <a:rPr lang="en-US" sz="2000">
                <a:latin typeface="Arial"/>
                <a:ea typeface="MS PGothic" charset="0"/>
              </a:rPr>
              <a:t> het </a:t>
            </a:r>
            <a:r>
              <a:rPr lang="en-US" sz="2000" err="1">
                <a:latin typeface="Arial"/>
                <a:ea typeface="MS PGothic" charset="0"/>
              </a:rPr>
              <a:t>volgende</a:t>
            </a:r>
            <a:r>
              <a:rPr lang="en-US" sz="2000">
                <a:latin typeface="Arial"/>
                <a:ea typeface="MS PGothic" charset="0"/>
              </a:rPr>
              <a:t> </a:t>
            </a:r>
            <a:r>
              <a:rPr lang="en-US" sz="2000" err="1">
                <a:latin typeface="Arial"/>
                <a:ea typeface="MS PGothic" charset="0"/>
              </a:rPr>
              <a:t>gedaan</a:t>
            </a:r>
            <a:r>
              <a:rPr lang="en-US" sz="2000">
                <a:latin typeface="Arial"/>
                <a:ea typeface="MS PGothic" charset="0"/>
              </a:rPr>
              <a:t>:</a:t>
            </a:r>
          </a:p>
          <a:p>
            <a:pPr marL="342900" indent="-34290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>
                <a:latin typeface="Arial"/>
                <a:ea typeface="MS PGothic" charset="0"/>
              </a:rPr>
              <a:t>Per </a:t>
            </a:r>
            <a:r>
              <a:rPr lang="en-US" sz="2000" err="1">
                <a:latin typeface="Arial"/>
                <a:ea typeface="MS PGothic" charset="0"/>
              </a:rPr>
              <a:t>rij</a:t>
            </a:r>
            <a:r>
              <a:rPr lang="en-US" sz="2000">
                <a:latin typeface="Arial"/>
                <a:ea typeface="MS PGothic" charset="0"/>
              </a:rPr>
              <a:t> </a:t>
            </a:r>
            <a:r>
              <a:rPr lang="en-US" sz="2000" err="1">
                <a:latin typeface="Arial"/>
                <a:ea typeface="MS PGothic" charset="0"/>
              </a:rPr>
              <a:t>wordt</a:t>
            </a:r>
            <a:r>
              <a:rPr lang="en-US" sz="2000">
                <a:latin typeface="Arial"/>
                <a:ea typeface="MS PGothic" charset="0"/>
              </a:rPr>
              <a:t> het </a:t>
            </a:r>
            <a:r>
              <a:rPr lang="en-US" sz="2000" err="1">
                <a:latin typeface="Arial"/>
                <a:ea typeface="MS PGothic" charset="0"/>
              </a:rPr>
              <a:t>uurloon</a:t>
            </a:r>
            <a:r>
              <a:rPr lang="en-US" sz="2000">
                <a:latin typeface="Arial"/>
                <a:ea typeface="MS PGothic" charset="0"/>
              </a:rPr>
              <a:t> </a:t>
            </a:r>
            <a:r>
              <a:rPr lang="en-US" sz="2000" err="1">
                <a:latin typeface="Arial"/>
                <a:ea typeface="MS PGothic" charset="0"/>
              </a:rPr>
              <a:t>ingelezen</a:t>
            </a:r>
            <a:r>
              <a:rPr lang="en-US" sz="2000">
                <a:latin typeface="Arial"/>
                <a:ea typeface="MS PGothic" charset="0"/>
              </a:rPr>
              <a:t>.</a:t>
            </a:r>
          </a:p>
          <a:p>
            <a:pPr marL="342900" indent="-34290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000" err="1">
                <a:latin typeface="Arial"/>
                <a:ea typeface="MS PGothic" charset="0"/>
              </a:rPr>
              <a:t>Een</a:t>
            </a:r>
            <a:r>
              <a:rPr lang="en-US" sz="2000">
                <a:latin typeface="Arial"/>
                <a:ea typeface="MS PGothic" charset="0"/>
              </a:rPr>
              <a:t> </a:t>
            </a:r>
            <a:r>
              <a:rPr lang="en-US" sz="2000" err="1">
                <a:latin typeface="Arial"/>
                <a:ea typeface="MS PGothic" charset="0"/>
              </a:rPr>
              <a:t>nieuwe</a:t>
            </a:r>
            <a:r>
              <a:rPr lang="en-US" sz="2000">
                <a:latin typeface="Arial"/>
                <a:ea typeface="MS PGothic" charset="0"/>
              </a:rPr>
              <a:t> </a:t>
            </a:r>
            <a:r>
              <a:rPr lang="en-US" sz="2000" err="1">
                <a:latin typeface="Arial"/>
                <a:ea typeface="MS PGothic" charset="0"/>
              </a:rPr>
              <a:t>kolom</a:t>
            </a:r>
            <a:r>
              <a:rPr lang="en-US" sz="2000">
                <a:latin typeface="Arial"/>
                <a:ea typeface="MS PGothic" charset="0"/>
              </a:rPr>
              <a:t> </a:t>
            </a:r>
            <a:r>
              <a:rPr lang="en-US" sz="2000" err="1">
                <a:latin typeface="Arial"/>
                <a:ea typeface="MS PGothic" charset="0"/>
              </a:rPr>
              <a:t>wordt</a:t>
            </a:r>
            <a:r>
              <a:rPr lang="en-US" sz="2000">
                <a:latin typeface="Arial"/>
                <a:ea typeface="MS PGothic" charset="0"/>
              </a:rPr>
              <a:t> </a:t>
            </a:r>
            <a:r>
              <a:rPr lang="en-US" sz="2000" err="1">
                <a:latin typeface="Arial"/>
                <a:ea typeface="MS PGothic" charset="0"/>
              </a:rPr>
              <a:t>aangemaakt</a:t>
            </a:r>
            <a:r>
              <a:rPr lang="en-US" sz="2000">
                <a:latin typeface="Arial"/>
                <a:ea typeface="MS PGothic" charset="0"/>
              </a:rPr>
              <a:t>, door </a:t>
            </a:r>
            <a:r>
              <a:rPr lang="en-US" sz="2000" err="1">
                <a:latin typeface="Arial"/>
                <a:ea typeface="MS PGothic" charset="0"/>
              </a:rPr>
              <a:t>een</a:t>
            </a:r>
            <a:r>
              <a:rPr lang="en-US" sz="2000">
                <a:latin typeface="Arial"/>
                <a:ea typeface="MS PGothic" charset="0"/>
              </a:rPr>
              <a:t> </a:t>
            </a:r>
            <a:r>
              <a:rPr lang="en-US" sz="2000" err="1">
                <a:latin typeface="Arial"/>
                <a:ea typeface="MS PGothic" charset="0"/>
              </a:rPr>
              <a:t>nog</a:t>
            </a:r>
            <a:r>
              <a:rPr lang="en-US" sz="2000">
                <a:latin typeface="Arial"/>
                <a:ea typeface="MS PGothic" charset="0"/>
              </a:rPr>
              <a:t> </a:t>
            </a:r>
            <a:r>
              <a:rPr lang="en-US" sz="2000" err="1">
                <a:latin typeface="Arial"/>
                <a:ea typeface="MS PGothic" charset="0"/>
              </a:rPr>
              <a:t>niet</a:t>
            </a:r>
            <a:r>
              <a:rPr lang="en-US" sz="2000">
                <a:latin typeface="Arial"/>
                <a:ea typeface="MS PGothic" charset="0"/>
              </a:rPr>
              <a:t> </a:t>
            </a:r>
            <a:r>
              <a:rPr lang="en-US" sz="2000" err="1">
                <a:latin typeface="Arial"/>
                <a:ea typeface="MS PGothic" charset="0"/>
              </a:rPr>
              <a:t>bestaande</a:t>
            </a:r>
            <a:r>
              <a:rPr lang="en-US" sz="2000">
                <a:latin typeface="Arial"/>
                <a:ea typeface="MS PGothic" charset="0"/>
              </a:rPr>
              <a:t> </a:t>
            </a:r>
            <a:r>
              <a:rPr lang="en-US" sz="2000" err="1">
                <a:latin typeface="Arial"/>
                <a:ea typeface="MS PGothic" charset="0"/>
              </a:rPr>
              <a:t>kolomnaam</a:t>
            </a:r>
            <a:r>
              <a:rPr lang="en-US" sz="2000">
                <a:latin typeface="Arial"/>
                <a:ea typeface="MS PGothic" charset="0"/>
              </a:rPr>
              <a:t> in </a:t>
            </a:r>
            <a:r>
              <a:rPr lang="en-US" sz="2000" err="1">
                <a:latin typeface="Arial"/>
                <a:ea typeface="MS PGothic" charset="0"/>
              </a:rPr>
              <a:t>te</a:t>
            </a:r>
            <a:r>
              <a:rPr lang="en-US" sz="2000">
                <a:latin typeface="Arial"/>
                <a:ea typeface="MS PGothic" charset="0"/>
              </a:rPr>
              <a:t> </a:t>
            </a:r>
            <a:r>
              <a:rPr lang="en-US" sz="2000" err="1">
                <a:latin typeface="Arial"/>
                <a:ea typeface="MS PGothic" charset="0"/>
              </a:rPr>
              <a:t>voeren</a:t>
            </a:r>
            <a:r>
              <a:rPr lang="en-US" sz="2000">
                <a:latin typeface="Arial"/>
                <a:ea typeface="MS PGothic" charset="0"/>
              </a:rPr>
              <a:t>, </a:t>
            </a:r>
            <a:r>
              <a:rPr lang="en-US" sz="2000" err="1">
                <a:latin typeface="Arial"/>
                <a:ea typeface="MS PGothic" charset="0"/>
              </a:rPr>
              <a:t>en</a:t>
            </a:r>
            <a:r>
              <a:rPr lang="en-US" sz="2000">
                <a:latin typeface="Arial"/>
                <a:ea typeface="MS PGothic" charset="0"/>
              </a:rPr>
              <a:t> </a:t>
            </a:r>
            <a:r>
              <a:rPr lang="en-US" sz="2000" err="1">
                <a:latin typeface="Arial"/>
                <a:ea typeface="MS PGothic" charset="0"/>
              </a:rPr>
              <a:t>ingevuld</a:t>
            </a:r>
            <a:r>
              <a:rPr lang="en-US" sz="2000">
                <a:latin typeface="Arial"/>
                <a:ea typeface="MS PGothic" charset="0"/>
              </a:rPr>
              <a:t>.</a:t>
            </a:r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908895E0-DB09-80DC-1ACD-AC80BBB79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002" y="945485"/>
            <a:ext cx="6571097" cy="5613933"/>
          </a:xfrm>
          <a:prstGeom prst="rect">
            <a:avLst/>
          </a:prstGeom>
        </p:spPr>
      </p:pic>
      <p:sp>
        <p:nvSpPr>
          <p:cNvPr id="9" name="TextBox 1">
            <a:extLst>
              <a:ext uri="{FF2B5EF4-FFF2-40B4-BE49-F238E27FC236}">
                <a16:creationId xmlns:a16="http://schemas.microsoft.com/office/drawing/2014/main" id="{AC103EDB-B808-4A9F-45D1-A711EF84A09C}"/>
              </a:ext>
            </a:extLst>
          </p:cNvPr>
          <p:cNvSpPr txBox="1"/>
          <p:nvPr/>
        </p:nvSpPr>
        <p:spPr>
          <a:xfrm>
            <a:off x="828946" y="-81928"/>
            <a:ext cx="11522397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Door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DataFrames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heen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loopen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voor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complexer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bewerkingen</a:t>
            </a:r>
            <a:endParaRPr lang="en-US" sz="3000" b="1">
              <a:solidFill>
                <a:srgbClr val="829C30"/>
              </a:solidFill>
              <a:latin typeface="Arial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4781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kstvak 7">
            <a:extLst>
              <a:ext uri="{FF2B5EF4-FFF2-40B4-BE49-F238E27FC236}">
                <a16:creationId xmlns:a16="http://schemas.microsoft.com/office/drawing/2014/main" id="{44D485DA-CE64-C41D-89EA-EE617D43532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2711C9-B8C6-980A-6A8E-B70FC6573C7F}"/>
              </a:ext>
            </a:extLst>
          </p:cNvPr>
          <p:cNvSpPr txBox="1"/>
          <p:nvPr/>
        </p:nvSpPr>
        <p:spPr>
          <a:xfrm>
            <a:off x="2531828" y="-990"/>
            <a:ext cx="8636105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Voor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-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en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nadelen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 van…</a:t>
            </a:r>
          </a:p>
        </p:txBody>
      </p: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6D403D28-38E6-E976-8636-3F973FB2541F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A6EBBAAF-064A-A99B-AEE5-4D6114FC22DD}"/>
              </a:ext>
            </a:extLst>
          </p:cNvPr>
          <p:cNvCxnSpPr>
            <a:cxnSpLocks/>
          </p:cNvCxnSpPr>
          <p:nvPr/>
        </p:nvCxnSpPr>
        <p:spPr>
          <a:xfrm flipV="1">
            <a:off x="6590145" y="812800"/>
            <a:ext cx="0" cy="604520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">
            <a:extLst>
              <a:ext uri="{FF2B5EF4-FFF2-40B4-BE49-F238E27FC236}">
                <a16:creationId xmlns:a16="http://schemas.microsoft.com/office/drawing/2014/main" id="{00251B71-3E87-E159-84CA-8CBA38F29A15}"/>
              </a:ext>
            </a:extLst>
          </p:cNvPr>
          <p:cNvSpPr txBox="1"/>
          <p:nvPr/>
        </p:nvSpPr>
        <p:spPr>
          <a:xfrm>
            <a:off x="1850701" y="837429"/>
            <a:ext cx="3649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0" i="0" u="none" strike="noStrike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Jupyter</a:t>
            </a:r>
            <a:r>
              <a:rPr lang="en-US" sz="20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Notebook</a:t>
            </a:r>
            <a:endParaRPr lang="nl-NL" sz="2000"/>
          </a:p>
        </p:txBody>
      </p:sp>
      <p:sp>
        <p:nvSpPr>
          <p:cNvPr id="19" name="TextBox 1">
            <a:extLst>
              <a:ext uri="{FF2B5EF4-FFF2-40B4-BE49-F238E27FC236}">
                <a16:creationId xmlns:a16="http://schemas.microsoft.com/office/drawing/2014/main" id="{915C875B-B26A-2F79-6FBB-4D96A68FF464}"/>
              </a:ext>
            </a:extLst>
          </p:cNvPr>
          <p:cNvSpPr txBox="1"/>
          <p:nvPr/>
        </p:nvSpPr>
        <p:spPr>
          <a:xfrm>
            <a:off x="8344530" y="879137"/>
            <a:ext cx="28234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Pythonprojecten</a:t>
            </a:r>
            <a:endParaRPr lang="nl-NL" sz="2000" dirty="0"/>
          </a:p>
        </p:txBody>
      </p:sp>
      <p:sp>
        <p:nvSpPr>
          <p:cNvPr id="30" name="TextBox 1">
            <a:extLst>
              <a:ext uri="{FF2B5EF4-FFF2-40B4-BE49-F238E27FC236}">
                <a16:creationId xmlns:a16="http://schemas.microsoft.com/office/drawing/2014/main" id="{03538475-B948-35F0-1013-3761103667FE}"/>
              </a:ext>
            </a:extLst>
          </p:cNvPr>
          <p:cNvSpPr txBox="1"/>
          <p:nvPr/>
        </p:nvSpPr>
        <p:spPr>
          <a:xfrm>
            <a:off x="973653" y="3913438"/>
            <a:ext cx="5445797" cy="2650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B050"/>
                </a:solidFill>
                <a:latin typeface="Arial"/>
                <a:ea typeface="MS PGothic" charset="0"/>
              </a:rPr>
              <a:t>De </a:t>
            </a:r>
            <a:r>
              <a:rPr lang="en-US" err="1">
                <a:solidFill>
                  <a:srgbClr val="00B050"/>
                </a:solidFill>
                <a:latin typeface="Arial"/>
                <a:ea typeface="MS PGothic" charset="0"/>
              </a:rPr>
              <a:t>huidige</a:t>
            </a:r>
            <a:r>
              <a:rPr lang="en-US">
                <a:solidFill>
                  <a:srgbClr val="00B050"/>
                </a:solidFill>
                <a:latin typeface="Arial"/>
                <a:ea typeface="MS PGothic" charset="0"/>
              </a:rPr>
              <a:t> status van </a:t>
            </a:r>
            <a:r>
              <a:rPr lang="en-US" err="1">
                <a:solidFill>
                  <a:srgbClr val="00B050"/>
                </a:solidFill>
                <a:latin typeface="Arial"/>
                <a:ea typeface="MS PGothic" charset="0"/>
              </a:rPr>
              <a:t>variabelen</a:t>
            </a:r>
            <a:r>
              <a:rPr lang="en-US">
                <a:solidFill>
                  <a:srgbClr val="00B050"/>
                </a:solidFill>
                <a:latin typeface="Arial"/>
                <a:ea typeface="MS PGothic" charset="0"/>
              </a:rPr>
              <a:t> </a:t>
            </a:r>
            <a:r>
              <a:rPr lang="en-US" err="1">
                <a:solidFill>
                  <a:srgbClr val="00B050"/>
                </a:solidFill>
                <a:latin typeface="Arial"/>
                <a:ea typeface="MS PGothic" charset="0"/>
              </a:rPr>
              <a:t>makkelijk</a:t>
            </a:r>
            <a:r>
              <a:rPr lang="en-US">
                <a:solidFill>
                  <a:srgbClr val="00B050"/>
                </a:solidFill>
                <a:latin typeface="Arial"/>
                <a:ea typeface="MS PGothic" charset="0"/>
              </a:rPr>
              <a:t> in </a:t>
            </a:r>
            <a:r>
              <a:rPr lang="en-US" err="1">
                <a:solidFill>
                  <a:srgbClr val="00B050"/>
                </a:solidFill>
                <a:latin typeface="Arial"/>
                <a:ea typeface="MS PGothic" charset="0"/>
              </a:rPr>
              <a:t>kunnen</a:t>
            </a:r>
            <a:r>
              <a:rPr lang="en-US">
                <a:solidFill>
                  <a:srgbClr val="00B050"/>
                </a:solidFill>
                <a:latin typeface="Arial"/>
                <a:ea typeface="MS PGothic" charset="0"/>
              </a:rPr>
              <a:t> </a:t>
            </a:r>
            <a:r>
              <a:rPr lang="en-US" err="1">
                <a:solidFill>
                  <a:srgbClr val="00B050"/>
                </a:solidFill>
                <a:latin typeface="Arial"/>
                <a:ea typeface="MS PGothic" charset="0"/>
              </a:rPr>
              <a:t>zien</a:t>
            </a:r>
            <a:endParaRPr lang="en-US">
              <a:solidFill>
                <a:srgbClr val="00B050"/>
              </a:solidFill>
              <a:latin typeface="Arial"/>
              <a:ea typeface="MS PGothic" charset="0"/>
            </a:endParaRPr>
          </a:p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B050"/>
                </a:solidFill>
                <a:latin typeface="Arial"/>
                <a:ea typeface="MS PGothic" charset="0"/>
              </a:rPr>
              <a:t>Kleine </a:t>
            </a:r>
            <a:r>
              <a:rPr lang="en-US" err="1">
                <a:solidFill>
                  <a:srgbClr val="00B050"/>
                </a:solidFill>
                <a:latin typeface="Arial"/>
                <a:ea typeface="MS PGothic" charset="0"/>
              </a:rPr>
              <a:t>stukken</a:t>
            </a:r>
            <a:r>
              <a:rPr lang="en-US">
                <a:solidFill>
                  <a:srgbClr val="00B050"/>
                </a:solidFill>
                <a:latin typeface="Arial"/>
                <a:ea typeface="MS PGothic" charset="0"/>
              </a:rPr>
              <a:t> </a:t>
            </a:r>
            <a:r>
              <a:rPr lang="en-US" err="1">
                <a:solidFill>
                  <a:srgbClr val="00B050"/>
                </a:solidFill>
                <a:latin typeface="Arial"/>
                <a:ea typeface="MS PGothic" charset="0"/>
              </a:rPr>
              <a:t>Pythoncode</a:t>
            </a:r>
            <a:r>
              <a:rPr lang="en-US">
                <a:solidFill>
                  <a:srgbClr val="00B050"/>
                </a:solidFill>
                <a:latin typeface="Arial"/>
                <a:ea typeface="MS PGothic" charset="0"/>
              </a:rPr>
              <a:t> </a:t>
            </a:r>
            <a:r>
              <a:rPr lang="en-US" err="1">
                <a:solidFill>
                  <a:srgbClr val="00B050"/>
                </a:solidFill>
                <a:latin typeface="Arial"/>
                <a:ea typeface="MS PGothic" charset="0"/>
              </a:rPr>
              <a:t>makkelijk</a:t>
            </a:r>
            <a:r>
              <a:rPr lang="en-US">
                <a:solidFill>
                  <a:srgbClr val="00B050"/>
                </a:solidFill>
                <a:latin typeface="Arial"/>
                <a:ea typeface="MS PGothic" charset="0"/>
              </a:rPr>
              <a:t> </a:t>
            </a:r>
            <a:r>
              <a:rPr lang="en-US" err="1">
                <a:solidFill>
                  <a:srgbClr val="00B050"/>
                </a:solidFill>
                <a:latin typeface="Arial"/>
                <a:ea typeface="MS PGothic" charset="0"/>
              </a:rPr>
              <a:t>kunnen</a:t>
            </a:r>
            <a:r>
              <a:rPr lang="en-US">
                <a:solidFill>
                  <a:srgbClr val="00B050"/>
                </a:solidFill>
                <a:latin typeface="Arial"/>
                <a:ea typeface="MS PGothic" charset="0"/>
              </a:rPr>
              <a:t> </a:t>
            </a:r>
            <a:r>
              <a:rPr lang="en-US" err="1">
                <a:solidFill>
                  <a:srgbClr val="00B050"/>
                </a:solidFill>
                <a:latin typeface="Arial"/>
                <a:ea typeface="MS PGothic" charset="0"/>
              </a:rPr>
              <a:t>testen</a:t>
            </a:r>
            <a:r>
              <a:rPr lang="en-US">
                <a:solidFill>
                  <a:srgbClr val="00B050"/>
                </a:solidFill>
                <a:latin typeface="Arial"/>
                <a:ea typeface="MS PGothic" charset="0"/>
              </a:rPr>
              <a:t> </a:t>
            </a:r>
            <a:r>
              <a:rPr lang="en-US" err="1">
                <a:solidFill>
                  <a:srgbClr val="00B050"/>
                </a:solidFill>
                <a:latin typeface="Arial"/>
                <a:ea typeface="MS PGothic" charset="0"/>
              </a:rPr>
              <a:t>en</a:t>
            </a:r>
            <a:r>
              <a:rPr lang="en-US">
                <a:solidFill>
                  <a:srgbClr val="00B050"/>
                </a:solidFill>
                <a:latin typeface="Arial"/>
                <a:ea typeface="MS PGothic" charset="0"/>
              </a:rPr>
              <a:t> </a:t>
            </a:r>
            <a:r>
              <a:rPr lang="en-US" err="1">
                <a:solidFill>
                  <a:srgbClr val="00B050"/>
                </a:solidFill>
                <a:latin typeface="Arial"/>
                <a:ea typeface="MS PGothic" charset="0"/>
              </a:rPr>
              <a:t>debuggen</a:t>
            </a:r>
            <a:endParaRPr lang="en-US">
              <a:solidFill>
                <a:srgbClr val="00B050"/>
              </a:solidFill>
              <a:latin typeface="Arial"/>
              <a:ea typeface="MS PGothic" charset="0"/>
            </a:endParaRPr>
          </a:p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FF0000"/>
                </a:solidFill>
                <a:latin typeface="Arial"/>
                <a:ea typeface="MS PGothic" charset="0"/>
              </a:rPr>
              <a:t>Lastig</a:t>
            </a:r>
            <a:r>
              <a:rPr lang="en-US">
                <a:solidFill>
                  <a:srgbClr val="FF0000"/>
                </a:solidFill>
                <a:latin typeface="Arial"/>
                <a:ea typeface="MS PGothic" charset="0"/>
              </a:rPr>
              <a:t> </a:t>
            </a:r>
            <a:r>
              <a:rPr lang="en-US" err="1">
                <a:solidFill>
                  <a:srgbClr val="FF0000"/>
                </a:solidFill>
                <a:latin typeface="Arial"/>
                <a:ea typeface="MS PGothic" charset="0"/>
              </a:rPr>
              <a:t>uit</a:t>
            </a:r>
            <a:r>
              <a:rPr lang="en-US">
                <a:solidFill>
                  <a:srgbClr val="FF0000"/>
                </a:solidFill>
                <a:latin typeface="Arial"/>
                <a:ea typeface="MS PGothic" charset="0"/>
              </a:rPr>
              <a:t> </a:t>
            </a:r>
            <a:r>
              <a:rPr lang="en-US" err="1">
                <a:solidFill>
                  <a:srgbClr val="FF0000"/>
                </a:solidFill>
                <a:latin typeface="Arial"/>
                <a:ea typeface="MS PGothic" charset="0"/>
              </a:rPr>
              <a:t>te</a:t>
            </a:r>
            <a:r>
              <a:rPr lang="en-US">
                <a:solidFill>
                  <a:srgbClr val="FF0000"/>
                </a:solidFill>
                <a:latin typeface="Arial"/>
                <a:ea typeface="MS PGothic" charset="0"/>
              </a:rPr>
              <a:t> </a:t>
            </a:r>
            <a:r>
              <a:rPr lang="en-US" err="1">
                <a:solidFill>
                  <a:srgbClr val="FF0000"/>
                </a:solidFill>
                <a:latin typeface="Arial"/>
                <a:ea typeface="MS PGothic" charset="0"/>
              </a:rPr>
              <a:t>voeren</a:t>
            </a:r>
            <a:r>
              <a:rPr lang="en-US">
                <a:solidFill>
                  <a:srgbClr val="FF0000"/>
                </a:solidFill>
                <a:latin typeface="Arial"/>
                <a:ea typeface="MS PGothic" charset="0"/>
              </a:rPr>
              <a:t> </a:t>
            </a:r>
            <a:r>
              <a:rPr lang="en-US" err="1">
                <a:solidFill>
                  <a:srgbClr val="FF0000"/>
                </a:solidFill>
                <a:latin typeface="Arial"/>
                <a:ea typeface="MS PGothic" charset="0"/>
              </a:rPr>
              <a:t>vanaf</a:t>
            </a:r>
            <a:r>
              <a:rPr lang="en-US">
                <a:solidFill>
                  <a:srgbClr val="FF0000"/>
                </a:solidFill>
                <a:latin typeface="Arial"/>
                <a:ea typeface="MS PGothic" charset="0"/>
              </a:rPr>
              <a:t> command lines </a:t>
            </a:r>
            <a:r>
              <a:rPr lang="en-US" err="1">
                <a:solidFill>
                  <a:srgbClr val="FF0000"/>
                </a:solidFill>
                <a:latin typeface="Arial"/>
                <a:ea typeface="MS PGothic" charset="0"/>
              </a:rPr>
              <a:t>en</a:t>
            </a:r>
            <a:r>
              <a:rPr lang="en-US">
                <a:solidFill>
                  <a:srgbClr val="FF0000"/>
                </a:solidFill>
                <a:latin typeface="Arial"/>
                <a:ea typeface="MS PGothic" charset="0"/>
              </a:rPr>
              <a:t> terminals</a:t>
            </a:r>
          </a:p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F0000"/>
                </a:solidFill>
                <a:latin typeface="Arial"/>
                <a:ea typeface="MS PGothic" charset="0"/>
              </a:rPr>
              <a:t>De </a:t>
            </a:r>
            <a:r>
              <a:rPr lang="en-US" err="1">
                <a:solidFill>
                  <a:srgbClr val="FF0000"/>
                </a:solidFill>
                <a:latin typeface="Arial"/>
                <a:ea typeface="MS PGothic" charset="0"/>
              </a:rPr>
              <a:t>opdrachtgever</a:t>
            </a:r>
            <a:r>
              <a:rPr lang="en-US">
                <a:solidFill>
                  <a:srgbClr val="FF0000"/>
                </a:solidFill>
                <a:latin typeface="Arial"/>
                <a:ea typeface="MS PGothic" charset="0"/>
              </a:rPr>
              <a:t> </a:t>
            </a:r>
            <a:r>
              <a:rPr lang="en-US" err="1">
                <a:solidFill>
                  <a:srgbClr val="FF0000"/>
                </a:solidFill>
                <a:latin typeface="Arial"/>
                <a:ea typeface="MS PGothic" charset="0"/>
              </a:rPr>
              <a:t>kan</a:t>
            </a:r>
            <a:r>
              <a:rPr lang="en-US">
                <a:solidFill>
                  <a:srgbClr val="FF0000"/>
                </a:solidFill>
                <a:latin typeface="Arial"/>
                <a:ea typeface="MS PGothic" charset="0"/>
              </a:rPr>
              <a:t> er </a:t>
            </a:r>
            <a:r>
              <a:rPr lang="en-US" err="1">
                <a:solidFill>
                  <a:srgbClr val="FF0000"/>
                </a:solidFill>
                <a:latin typeface="Arial"/>
                <a:ea typeface="MS PGothic" charset="0"/>
              </a:rPr>
              <a:t>bijna</a:t>
            </a:r>
            <a:r>
              <a:rPr lang="en-US">
                <a:solidFill>
                  <a:srgbClr val="FF0000"/>
                </a:solidFill>
                <a:latin typeface="Arial"/>
                <a:ea typeface="MS PGothic" charset="0"/>
              </a:rPr>
              <a:t> </a:t>
            </a:r>
            <a:r>
              <a:rPr lang="en-US" err="1">
                <a:solidFill>
                  <a:srgbClr val="FF0000"/>
                </a:solidFill>
                <a:latin typeface="Arial"/>
                <a:ea typeface="MS PGothic" charset="0"/>
              </a:rPr>
              <a:t>niks</a:t>
            </a:r>
            <a:r>
              <a:rPr lang="en-US">
                <a:solidFill>
                  <a:srgbClr val="FF0000"/>
                </a:solidFill>
                <a:latin typeface="Arial"/>
                <a:ea typeface="MS PGothic" charset="0"/>
              </a:rPr>
              <a:t> mee.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71FF96C3-E455-AFC7-3A78-550E91BC5C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081" y="2314665"/>
            <a:ext cx="1265030" cy="1150720"/>
          </a:xfrm>
          <a:prstGeom prst="rect">
            <a:avLst/>
          </a:prstGeom>
        </p:spPr>
      </p:pic>
      <p:sp>
        <p:nvSpPr>
          <p:cNvPr id="12" name="Tekstballon: ovaal 11">
            <a:extLst>
              <a:ext uri="{FF2B5EF4-FFF2-40B4-BE49-F238E27FC236}">
                <a16:creationId xmlns:a16="http://schemas.microsoft.com/office/drawing/2014/main" id="{FA80FB78-82ED-8D47-AFDC-29D36BE6C43A}"/>
              </a:ext>
            </a:extLst>
          </p:cNvPr>
          <p:cNvSpPr/>
          <p:nvPr/>
        </p:nvSpPr>
        <p:spPr>
          <a:xfrm>
            <a:off x="3032450" y="1260853"/>
            <a:ext cx="3386999" cy="2227847"/>
          </a:xfrm>
          <a:prstGeom prst="wedgeEllipseCallout">
            <a:avLst>
              <a:gd name="adj1" fmla="val -77114"/>
              <a:gd name="adj2" fmla="val 1290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/>
              <a:t>Om mijn notebook te kunnen doorlopen moet je </a:t>
            </a:r>
            <a:r>
              <a:rPr lang="nl-NL" err="1"/>
              <a:t>VSCode</a:t>
            </a:r>
            <a:r>
              <a:rPr lang="nl-NL"/>
              <a:t> installeren, de </a:t>
            </a:r>
            <a:r>
              <a:rPr lang="nl-NL" err="1"/>
              <a:t>Jupyter</a:t>
            </a:r>
            <a:r>
              <a:rPr lang="nl-NL"/>
              <a:t>-extensie installeren, de virtual environment opzetten…</a:t>
            </a:r>
          </a:p>
        </p:txBody>
      </p:sp>
      <p:sp>
        <p:nvSpPr>
          <p:cNvPr id="13" name="TextBox 1">
            <a:extLst>
              <a:ext uri="{FF2B5EF4-FFF2-40B4-BE49-F238E27FC236}">
                <a16:creationId xmlns:a16="http://schemas.microsoft.com/office/drawing/2014/main" id="{235ECAB4-D1ED-3C9F-6831-EFFC6646FEE6}"/>
              </a:ext>
            </a:extLst>
          </p:cNvPr>
          <p:cNvSpPr txBox="1"/>
          <p:nvPr/>
        </p:nvSpPr>
        <p:spPr>
          <a:xfrm>
            <a:off x="6607572" y="3913438"/>
            <a:ext cx="5445797" cy="2650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F0000"/>
                </a:solidFill>
                <a:latin typeface="Arial"/>
                <a:ea typeface="MS PGothic" charset="0"/>
              </a:rPr>
              <a:t>De </a:t>
            </a:r>
            <a:r>
              <a:rPr lang="en-US" err="1">
                <a:solidFill>
                  <a:srgbClr val="FF0000"/>
                </a:solidFill>
                <a:latin typeface="Arial"/>
                <a:ea typeface="MS PGothic" charset="0"/>
              </a:rPr>
              <a:t>huidige</a:t>
            </a:r>
            <a:r>
              <a:rPr lang="en-US">
                <a:solidFill>
                  <a:srgbClr val="FF0000"/>
                </a:solidFill>
                <a:latin typeface="Arial"/>
                <a:ea typeface="MS PGothic" charset="0"/>
              </a:rPr>
              <a:t> status van </a:t>
            </a:r>
            <a:r>
              <a:rPr lang="en-US" err="1">
                <a:solidFill>
                  <a:srgbClr val="FF0000"/>
                </a:solidFill>
                <a:latin typeface="Arial"/>
                <a:ea typeface="MS PGothic" charset="0"/>
              </a:rPr>
              <a:t>variabelen</a:t>
            </a:r>
            <a:r>
              <a:rPr lang="en-US">
                <a:solidFill>
                  <a:srgbClr val="FF0000"/>
                </a:solidFill>
                <a:latin typeface="Arial"/>
                <a:ea typeface="MS PGothic" charset="0"/>
              </a:rPr>
              <a:t> is </a:t>
            </a:r>
            <a:r>
              <a:rPr lang="en-US" err="1">
                <a:solidFill>
                  <a:srgbClr val="FF0000"/>
                </a:solidFill>
                <a:latin typeface="Arial"/>
                <a:ea typeface="MS PGothic" charset="0"/>
              </a:rPr>
              <a:t>lastiger</a:t>
            </a:r>
            <a:r>
              <a:rPr lang="en-US">
                <a:solidFill>
                  <a:srgbClr val="FF0000"/>
                </a:solidFill>
                <a:latin typeface="Arial"/>
                <a:ea typeface="MS PGothic" charset="0"/>
              </a:rPr>
              <a:t> in </a:t>
            </a:r>
            <a:r>
              <a:rPr lang="en-US" err="1">
                <a:solidFill>
                  <a:srgbClr val="FF0000"/>
                </a:solidFill>
                <a:latin typeface="Arial"/>
                <a:ea typeface="MS PGothic" charset="0"/>
              </a:rPr>
              <a:t>te</a:t>
            </a:r>
            <a:r>
              <a:rPr lang="en-US">
                <a:solidFill>
                  <a:srgbClr val="FF0000"/>
                </a:solidFill>
                <a:latin typeface="Arial"/>
                <a:ea typeface="MS PGothic" charset="0"/>
              </a:rPr>
              <a:t> </a:t>
            </a:r>
            <a:r>
              <a:rPr lang="en-US" err="1">
                <a:solidFill>
                  <a:srgbClr val="FF0000"/>
                </a:solidFill>
                <a:latin typeface="Arial"/>
                <a:ea typeface="MS PGothic" charset="0"/>
              </a:rPr>
              <a:t>zien</a:t>
            </a:r>
            <a:r>
              <a:rPr lang="en-US">
                <a:solidFill>
                  <a:srgbClr val="FF0000"/>
                </a:solidFill>
                <a:latin typeface="Arial"/>
                <a:ea typeface="MS PGothic" charset="0"/>
              </a:rPr>
              <a:t> (prints </a:t>
            </a:r>
            <a:r>
              <a:rPr lang="en-US" err="1">
                <a:solidFill>
                  <a:srgbClr val="FF0000"/>
                </a:solidFill>
                <a:latin typeface="Arial"/>
                <a:ea typeface="MS PGothic" charset="0"/>
              </a:rPr>
              <a:t>en</a:t>
            </a:r>
            <a:r>
              <a:rPr lang="en-US">
                <a:solidFill>
                  <a:srgbClr val="FF0000"/>
                </a:solidFill>
                <a:latin typeface="Arial"/>
                <a:ea typeface="MS PGothic" charset="0"/>
              </a:rPr>
              <a:t> breakpoints </a:t>
            </a:r>
            <a:r>
              <a:rPr lang="en-US" err="1">
                <a:solidFill>
                  <a:srgbClr val="FF0000"/>
                </a:solidFill>
                <a:latin typeface="Arial"/>
                <a:ea typeface="MS PGothic" charset="0"/>
              </a:rPr>
              <a:t>nodig</a:t>
            </a:r>
            <a:r>
              <a:rPr lang="en-US">
                <a:solidFill>
                  <a:srgbClr val="FF0000"/>
                </a:solidFill>
                <a:latin typeface="Arial"/>
                <a:ea typeface="MS PGothic" charset="0"/>
              </a:rPr>
              <a:t>)</a:t>
            </a:r>
          </a:p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F0000"/>
                </a:solidFill>
                <a:latin typeface="Arial"/>
                <a:ea typeface="MS PGothic" charset="0"/>
              </a:rPr>
              <a:t>Kleine </a:t>
            </a:r>
            <a:r>
              <a:rPr lang="en-US" err="1">
                <a:solidFill>
                  <a:srgbClr val="FF0000"/>
                </a:solidFill>
                <a:latin typeface="Arial"/>
                <a:ea typeface="MS PGothic" charset="0"/>
              </a:rPr>
              <a:t>stukken</a:t>
            </a:r>
            <a:r>
              <a:rPr lang="en-US">
                <a:solidFill>
                  <a:srgbClr val="FF0000"/>
                </a:solidFill>
                <a:latin typeface="Arial"/>
                <a:ea typeface="MS PGothic" charset="0"/>
              </a:rPr>
              <a:t> </a:t>
            </a:r>
            <a:r>
              <a:rPr lang="en-US" err="1">
                <a:solidFill>
                  <a:srgbClr val="FF0000"/>
                </a:solidFill>
                <a:latin typeface="Arial"/>
                <a:ea typeface="MS PGothic" charset="0"/>
              </a:rPr>
              <a:t>Pythoncode</a:t>
            </a:r>
            <a:r>
              <a:rPr lang="en-US">
                <a:solidFill>
                  <a:srgbClr val="FF0000"/>
                </a:solidFill>
                <a:latin typeface="Arial"/>
                <a:ea typeface="MS PGothic" charset="0"/>
              </a:rPr>
              <a:t> </a:t>
            </a:r>
            <a:r>
              <a:rPr lang="en-US" err="1">
                <a:solidFill>
                  <a:srgbClr val="FF0000"/>
                </a:solidFill>
                <a:latin typeface="Arial"/>
                <a:ea typeface="MS PGothic" charset="0"/>
              </a:rPr>
              <a:t>kunnen</a:t>
            </a:r>
            <a:r>
              <a:rPr lang="en-US">
                <a:solidFill>
                  <a:srgbClr val="FF0000"/>
                </a:solidFill>
                <a:latin typeface="Arial"/>
                <a:ea typeface="MS PGothic" charset="0"/>
              </a:rPr>
              <a:t> </a:t>
            </a:r>
            <a:r>
              <a:rPr lang="en-US" err="1">
                <a:solidFill>
                  <a:srgbClr val="FF0000"/>
                </a:solidFill>
                <a:latin typeface="Arial"/>
                <a:ea typeface="MS PGothic" charset="0"/>
              </a:rPr>
              <a:t>lastiger</a:t>
            </a:r>
            <a:r>
              <a:rPr lang="en-US">
                <a:solidFill>
                  <a:srgbClr val="FF0000"/>
                </a:solidFill>
                <a:latin typeface="Arial"/>
                <a:ea typeface="MS PGothic" charset="0"/>
              </a:rPr>
              <a:t> </a:t>
            </a:r>
            <a:r>
              <a:rPr lang="en-US" err="1">
                <a:solidFill>
                  <a:srgbClr val="FF0000"/>
                </a:solidFill>
                <a:latin typeface="Arial"/>
                <a:ea typeface="MS PGothic" charset="0"/>
              </a:rPr>
              <a:t>getest</a:t>
            </a:r>
            <a:r>
              <a:rPr lang="en-US">
                <a:solidFill>
                  <a:srgbClr val="FF0000"/>
                </a:solidFill>
                <a:latin typeface="Arial"/>
                <a:ea typeface="MS PGothic" charset="0"/>
              </a:rPr>
              <a:t> </a:t>
            </a:r>
            <a:r>
              <a:rPr lang="en-US" err="1">
                <a:solidFill>
                  <a:srgbClr val="FF0000"/>
                </a:solidFill>
                <a:latin typeface="Arial"/>
                <a:ea typeface="MS PGothic" charset="0"/>
              </a:rPr>
              <a:t>en</a:t>
            </a:r>
            <a:r>
              <a:rPr lang="en-US">
                <a:solidFill>
                  <a:srgbClr val="FF0000"/>
                </a:solidFill>
                <a:latin typeface="Arial"/>
                <a:ea typeface="MS PGothic" charset="0"/>
              </a:rPr>
              <a:t> </a:t>
            </a:r>
            <a:r>
              <a:rPr lang="en-US" err="1">
                <a:solidFill>
                  <a:srgbClr val="FF0000"/>
                </a:solidFill>
                <a:latin typeface="Arial"/>
                <a:ea typeface="MS PGothic" charset="0"/>
              </a:rPr>
              <a:t>gedebugd</a:t>
            </a:r>
            <a:r>
              <a:rPr lang="en-US">
                <a:solidFill>
                  <a:srgbClr val="FF0000"/>
                </a:solidFill>
                <a:latin typeface="Arial"/>
                <a:ea typeface="MS PGothic" charset="0"/>
              </a:rPr>
              <a:t> </a:t>
            </a:r>
            <a:r>
              <a:rPr lang="en-US" err="1">
                <a:solidFill>
                  <a:srgbClr val="FF0000"/>
                </a:solidFill>
                <a:latin typeface="Arial"/>
                <a:ea typeface="MS PGothic" charset="0"/>
              </a:rPr>
              <a:t>worden</a:t>
            </a:r>
            <a:endParaRPr lang="en-US">
              <a:solidFill>
                <a:srgbClr val="FF0000"/>
              </a:solidFill>
              <a:latin typeface="Arial"/>
              <a:ea typeface="MS PGothic" charset="0"/>
            </a:endParaRPr>
          </a:p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00B050"/>
                </a:solidFill>
                <a:latin typeface="Arial"/>
                <a:ea typeface="MS PGothic" charset="0"/>
              </a:rPr>
              <a:t>Makkelijker</a:t>
            </a:r>
            <a:r>
              <a:rPr lang="en-US">
                <a:solidFill>
                  <a:srgbClr val="00B050"/>
                </a:solidFill>
                <a:latin typeface="Arial"/>
                <a:ea typeface="MS PGothic" charset="0"/>
              </a:rPr>
              <a:t> </a:t>
            </a:r>
            <a:r>
              <a:rPr lang="en-US" err="1">
                <a:solidFill>
                  <a:srgbClr val="00B050"/>
                </a:solidFill>
                <a:latin typeface="Arial"/>
                <a:ea typeface="MS PGothic" charset="0"/>
              </a:rPr>
              <a:t>uit</a:t>
            </a:r>
            <a:r>
              <a:rPr lang="en-US">
                <a:solidFill>
                  <a:srgbClr val="00B050"/>
                </a:solidFill>
                <a:latin typeface="Arial"/>
                <a:ea typeface="MS PGothic" charset="0"/>
              </a:rPr>
              <a:t> </a:t>
            </a:r>
            <a:r>
              <a:rPr lang="en-US" err="1">
                <a:solidFill>
                  <a:srgbClr val="00B050"/>
                </a:solidFill>
                <a:latin typeface="Arial"/>
                <a:ea typeface="MS PGothic" charset="0"/>
              </a:rPr>
              <a:t>te</a:t>
            </a:r>
            <a:r>
              <a:rPr lang="en-US">
                <a:solidFill>
                  <a:srgbClr val="00B050"/>
                </a:solidFill>
                <a:latin typeface="Arial"/>
                <a:ea typeface="MS PGothic" charset="0"/>
              </a:rPr>
              <a:t> </a:t>
            </a:r>
            <a:r>
              <a:rPr lang="en-US" err="1">
                <a:solidFill>
                  <a:srgbClr val="00B050"/>
                </a:solidFill>
                <a:latin typeface="Arial"/>
                <a:ea typeface="MS PGothic" charset="0"/>
              </a:rPr>
              <a:t>voeren</a:t>
            </a:r>
            <a:r>
              <a:rPr lang="en-US">
                <a:solidFill>
                  <a:srgbClr val="00B050"/>
                </a:solidFill>
                <a:latin typeface="Arial"/>
                <a:ea typeface="MS PGothic" charset="0"/>
              </a:rPr>
              <a:t> </a:t>
            </a:r>
            <a:r>
              <a:rPr lang="en-US" err="1">
                <a:solidFill>
                  <a:srgbClr val="00B050"/>
                </a:solidFill>
                <a:latin typeface="Arial"/>
                <a:ea typeface="MS PGothic" charset="0"/>
              </a:rPr>
              <a:t>vanaf</a:t>
            </a:r>
            <a:r>
              <a:rPr lang="en-US">
                <a:solidFill>
                  <a:srgbClr val="00B050"/>
                </a:solidFill>
                <a:latin typeface="Arial"/>
                <a:ea typeface="MS PGothic" charset="0"/>
              </a:rPr>
              <a:t> command lines </a:t>
            </a:r>
            <a:r>
              <a:rPr lang="en-US" err="1">
                <a:solidFill>
                  <a:srgbClr val="00B050"/>
                </a:solidFill>
                <a:latin typeface="Arial"/>
                <a:ea typeface="MS PGothic" charset="0"/>
              </a:rPr>
              <a:t>en</a:t>
            </a:r>
            <a:r>
              <a:rPr lang="en-US">
                <a:solidFill>
                  <a:srgbClr val="00B050"/>
                </a:solidFill>
                <a:latin typeface="Arial"/>
                <a:ea typeface="MS PGothic" charset="0"/>
              </a:rPr>
              <a:t> terminals</a:t>
            </a:r>
          </a:p>
          <a:p>
            <a:pPr marL="285750" indent="-285750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B050"/>
                </a:solidFill>
                <a:latin typeface="Arial"/>
                <a:ea typeface="MS PGothic" charset="0"/>
              </a:rPr>
              <a:t>Beter over </a:t>
            </a:r>
            <a:r>
              <a:rPr lang="en-US" err="1">
                <a:solidFill>
                  <a:srgbClr val="00B050"/>
                </a:solidFill>
                <a:latin typeface="Arial"/>
                <a:ea typeface="MS PGothic" charset="0"/>
              </a:rPr>
              <a:t>te</a:t>
            </a:r>
            <a:r>
              <a:rPr lang="en-US">
                <a:solidFill>
                  <a:srgbClr val="00B050"/>
                </a:solidFill>
                <a:latin typeface="Arial"/>
                <a:ea typeface="MS PGothic" charset="0"/>
              </a:rPr>
              <a:t> </a:t>
            </a:r>
            <a:r>
              <a:rPr lang="en-US" err="1">
                <a:solidFill>
                  <a:srgbClr val="00B050"/>
                </a:solidFill>
                <a:latin typeface="Arial"/>
                <a:ea typeface="MS PGothic" charset="0"/>
              </a:rPr>
              <a:t>dragen</a:t>
            </a:r>
            <a:r>
              <a:rPr lang="en-US">
                <a:solidFill>
                  <a:srgbClr val="00B050"/>
                </a:solidFill>
                <a:latin typeface="Arial"/>
                <a:ea typeface="MS PGothic" charset="0"/>
              </a:rPr>
              <a:t> </a:t>
            </a:r>
            <a:r>
              <a:rPr lang="en-US" err="1">
                <a:solidFill>
                  <a:srgbClr val="00B050"/>
                </a:solidFill>
                <a:latin typeface="Arial"/>
                <a:ea typeface="MS PGothic" charset="0"/>
              </a:rPr>
              <a:t>aan</a:t>
            </a:r>
            <a:r>
              <a:rPr lang="en-US">
                <a:solidFill>
                  <a:srgbClr val="00B050"/>
                </a:solidFill>
                <a:latin typeface="Arial"/>
                <a:ea typeface="MS PGothic" charset="0"/>
              </a:rPr>
              <a:t> de </a:t>
            </a:r>
            <a:r>
              <a:rPr lang="en-US" err="1">
                <a:solidFill>
                  <a:srgbClr val="00B050"/>
                </a:solidFill>
                <a:latin typeface="Arial"/>
                <a:ea typeface="MS PGothic" charset="0"/>
              </a:rPr>
              <a:t>opdrachtgever</a:t>
            </a:r>
            <a:endParaRPr lang="en-US">
              <a:solidFill>
                <a:srgbClr val="00B050"/>
              </a:solidFill>
              <a:latin typeface="Arial"/>
              <a:ea typeface="MS PGothic" charset="0"/>
            </a:endParaRPr>
          </a:p>
        </p:txBody>
      </p:sp>
      <p:pic>
        <p:nvPicPr>
          <p:cNvPr id="2052" name="Picture 4" descr="6 SaaS Tools to Improve Your Legal Practice | Dashboard Legal">
            <a:extLst>
              <a:ext uri="{FF2B5EF4-FFF2-40B4-BE49-F238E27FC236}">
                <a16:creationId xmlns:a16="http://schemas.microsoft.com/office/drawing/2014/main" id="{8E5D9E57-030B-FFDE-AE05-F2DA69F2DC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9869" y="1504962"/>
            <a:ext cx="4368841" cy="2182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3805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0" grpId="0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vak 7">
            <a:extLst>
              <a:ext uri="{FF2B5EF4-FFF2-40B4-BE49-F238E27FC236}">
                <a16:creationId xmlns:a16="http://schemas.microsoft.com/office/drawing/2014/main" id="{BA269D03-4CD4-A824-783F-AFAA660F0E45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E0E66AFB-DF6F-DB65-946D-3F73E052EE22}"/>
              </a:ext>
            </a:extLst>
          </p:cNvPr>
          <p:cNvSpPr txBox="1"/>
          <p:nvPr/>
        </p:nvSpPr>
        <p:spPr>
          <a:xfrm>
            <a:off x="2777658" y="-10754"/>
            <a:ext cx="8144447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Automatisering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 is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Pythonproject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-only</a:t>
            </a: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A262CF38-BB42-BEB5-C710-06267CB16BFA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Extraheren, transformeren en laden (Extraction, Transformation, and  Loading, of ETL) - Azure Architecture Center | Microsoft Learn">
            <a:extLst>
              <a:ext uri="{FF2B5EF4-FFF2-40B4-BE49-F238E27FC236}">
                <a16:creationId xmlns:a16="http://schemas.microsoft.com/office/drawing/2014/main" id="{D52707D8-3229-4332-44F8-7C0276E73C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570" y="992524"/>
            <a:ext cx="11060430" cy="5762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vak 3">
            <a:extLst>
              <a:ext uri="{FF2B5EF4-FFF2-40B4-BE49-F238E27FC236}">
                <a16:creationId xmlns:a16="http://schemas.microsoft.com/office/drawing/2014/main" id="{25D84B25-1728-D8C6-321C-5C2CC2920A81}"/>
              </a:ext>
            </a:extLst>
          </p:cNvPr>
          <p:cNvSpPr txBox="1"/>
          <p:nvPr/>
        </p:nvSpPr>
        <p:spPr>
          <a:xfrm>
            <a:off x="5142755" y="1663641"/>
            <a:ext cx="27789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nl-NL" dirty="0">
                <a:effectLst/>
                <a:latin typeface="-apple-system"/>
              </a:rPr>
              <a:t>Deze “productie” moet geautomatiseerd draaien, dat kan alleen met een volwaardig Pythonproject!</a:t>
            </a: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E6BA987A-55E4-8393-EBAA-30712AC4527B}"/>
              </a:ext>
            </a:extLst>
          </p:cNvPr>
          <p:cNvSpPr txBox="1"/>
          <p:nvPr/>
        </p:nvSpPr>
        <p:spPr>
          <a:xfrm>
            <a:off x="5142755" y="5445035"/>
            <a:ext cx="30380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nl-NL" dirty="0" err="1">
                <a:effectLst/>
                <a:latin typeface="-apple-system"/>
              </a:rPr>
              <a:t>Jupyter</a:t>
            </a:r>
            <a:r>
              <a:rPr lang="nl-NL" dirty="0">
                <a:effectLst/>
                <a:latin typeface="-apple-system"/>
              </a:rPr>
              <a:t> Notebooks zijn “slechts” tekstdocumenten, die niet geautomatiseerd kunnen worden.</a:t>
            </a:r>
          </a:p>
        </p:txBody>
      </p:sp>
    </p:spTree>
    <p:extLst>
      <p:ext uri="{BB962C8B-B14F-4D97-AF65-F5344CB8AC3E}">
        <p14:creationId xmlns:p14="http://schemas.microsoft.com/office/powerpoint/2010/main" val="1057087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vak 7">
            <a:extLst>
              <a:ext uri="{FF2B5EF4-FFF2-40B4-BE49-F238E27FC236}">
                <a16:creationId xmlns:a16="http://schemas.microsoft.com/office/drawing/2014/main" id="{BA269D03-4CD4-A824-783F-AFAA660F0E45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E0E66AFB-DF6F-DB65-946D-3F73E052EE22}"/>
              </a:ext>
            </a:extLst>
          </p:cNvPr>
          <p:cNvSpPr txBox="1"/>
          <p:nvPr/>
        </p:nvSpPr>
        <p:spPr>
          <a:xfrm>
            <a:off x="2777658" y="-10754"/>
            <a:ext cx="8144447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De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handigste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mappenstructuur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…</a:t>
            </a: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A262CF38-BB42-BEB5-C710-06267CB16BFA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Afbeelding 2">
            <a:extLst>
              <a:ext uri="{FF2B5EF4-FFF2-40B4-BE49-F238E27FC236}">
                <a16:creationId xmlns:a16="http://schemas.microsoft.com/office/drawing/2014/main" id="{4341260E-EC7A-8CA4-5F5C-B4F52F65E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076" y="3136534"/>
            <a:ext cx="891034" cy="1280157"/>
          </a:xfrm>
          <a:prstGeom prst="rect">
            <a:avLst/>
          </a:prstGeom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9C8D87F7-A0BB-D14D-283E-720D69686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0614" y="1945326"/>
            <a:ext cx="891034" cy="1280157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463C1F5A-95F2-27BA-8866-36AA53B3B4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7668" y="5181584"/>
            <a:ext cx="891034" cy="1280157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E40C0CF5-0539-E149-F628-D25725A938A9}"/>
              </a:ext>
            </a:extLst>
          </p:cNvPr>
          <p:cNvSpPr txBox="1"/>
          <p:nvPr/>
        </p:nvSpPr>
        <p:spPr>
          <a:xfrm>
            <a:off x="3360614" y="3224520"/>
            <a:ext cx="8910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/>
              <a:t>data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A1DFF5F4-6F17-C122-EECC-CB3D0FF563BF}"/>
              </a:ext>
            </a:extLst>
          </p:cNvPr>
          <p:cNvSpPr txBox="1"/>
          <p:nvPr/>
        </p:nvSpPr>
        <p:spPr>
          <a:xfrm>
            <a:off x="3880413" y="6315946"/>
            <a:ext cx="8910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 err="1"/>
              <a:t>src</a:t>
            </a:r>
            <a:endParaRPr lang="nl-NL" dirty="0"/>
          </a:p>
        </p:txBody>
      </p:sp>
      <p:cxnSp>
        <p:nvCxnSpPr>
          <p:cNvPr id="12" name="Rechte verbindingslijn met pijl 11">
            <a:extLst>
              <a:ext uri="{FF2B5EF4-FFF2-40B4-BE49-F238E27FC236}">
                <a16:creationId xmlns:a16="http://schemas.microsoft.com/office/drawing/2014/main" id="{C1ECC81F-6D8D-3FAB-71D5-5BAE79356E90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 flipV="1">
            <a:off x="2289110" y="2585405"/>
            <a:ext cx="1071504" cy="1191208"/>
          </a:xfrm>
          <a:prstGeom prst="straightConnector1">
            <a:avLst/>
          </a:prstGeom>
          <a:ln w="76200">
            <a:solidFill>
              <a:srgbClr val="829C3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Rechte verbindingslijn met pijl 13">
            <a:extLst>
              <a:ext uri="{FF2B5EF4-FFF2-40B4-BE49-F238E27FC236}">
                <a16:creationId xmlns:a16="http://schemas.microsoft.com/office/drawing/2014/main" id="{EBEF24F6-D155-9075-2557-09E4AB84BAA6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>
            <a:off x="2289110" y="3776613"/>
            <a:ext cx="1528558" cy="2045050"/>
          </a:xfrm>
          <a:prstGeom prst="straightConnector1">
            <a:avLst/>
          </a:prstGeom>
          <a:ln w="76200">
            <a:solidFill>
              <a:srgbClr val="829C3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Afbeelding 16">
            <a:extLst>
              <a:ext uri="{FF2B5EF4-FFF2-40B4-BE49-F238E27FC236}">
                <a16:creationId xmlns:a16="http://schemas.microsoft.com/office/drawing/2014/main" id="{1041288C-17B0-C1D8-89E1-80FD787705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3152" y="1059024"/>
            <a:ext cx="891034" cy="1280157"/>
          </a:xfrm>
          <a:prstGeom prst="rect">
            <a:avLst/>
          </a:prstGeom>
        </p:spPr>
      </p:pic>
      <p:cxnSp>
        <p:nvCxnSpPr>
          <p:cNvPr id="18" name="Rechte verbindingslijn met pijl 17">
            <a:extLst>
              <a:ext uri="{FF2B5EF4-FFF2-40B4-BE49-F238E27FC236}">
                <a16:creationId xmlns:a16="http://schemas.microsoft.com/office/drawing/2014/main" id="{04221210-BE1B-C287-435D-9B7BC755B295}"/>
              </a:ext>
            </a:extLst>
          </p:cNvPr>
          <p:cNvCxnSpPr>
            <a:cxnSpLocks/>
            <a:endCxn id="17" idx="1"/>
          </p:cNvCxnSpPr>
          <p:nvPr/>
        </p:nvCxnSpPr>
        <p:spPr>
          <a:xfrm flipV="1">
            <a:off x="4158342" y="1699103"/>
            <a:ext cx="1164810" cy="841827"/>
          </a:xfrm>
          <a:prstGeom prst="straightConnector1">
            <a:avLst/>
          </a:prstGeom>
          <a:ln w="76200">
            <a:solidFill>
              <a:srgbClr val="829C3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kstvak 19">
            <a:extLst>
              <a:ext uri="{FF2B5EF4-FFF2-40B4-BE49-F238E27FC236}">
                <a16:creationId xmlns:a16="http://schemas.microsoft.com/office/drawing/2014/main" id="{9B77AD56-FB5E-622F-D0AD-9CD07F0D8343}"/>
              </a:ext>
            </a:extLst>
          </p:cNvPr>
          <p:cNvSpPr txBox="1"/>
          <p:nvPr/>
        </p:nvSpPr>
        <p:spPr>
          <a:xfrm>
            <a:off x="5309694" y="2263806"/>
            <a:ext cx="8910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err="1"/>
              <a:t>raw</a:t>
            </a:r>
            <a:endParaRPr lang="nl-NL"/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8B9D2619-9E63-7892-78E5-8A77AC848A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5240" y="3077851"/>
            <a:ext cx="891034" cy="1280157"/>
          </a:xfrm>
          <a:prstGeom prst="rect">
            <a:avLst/>
          </a:prstGeom>
        </p:spPr>
      </p:pic>
      <p:cxnSp>
        <p:nvCxnSpPr>
          <p:cNvPr id="23" name="Rechte verbindingslijn met pijl 22">
            <a:extLst>
              <a:ext uri="{FF2B5EF4-FFF2-40B4-BE49-F238E27FC236}">
                <a16:creationId xmlns:a16="http://schemas.microsoft.com/office/drawing/2014/main" id="{12CEC73A-B335-DF96-6903-DEABD1CE9795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4138281" y="2540930"/>
            <a:ext cx="1206959" cy="1177000"/>
          </a:xfrm>
          <a:prstGeom prst="straightConnector1">
            <a:avLst/>
          </a:prstGeom>
          <a:ln w="76200">
            <a:solidFill>
              <a:srgbClr val="829C3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kstvak 25">
            <a:extLst>
              <a:ext uri="{FF2B5EF4-FFF2-40B4-BE49-F238E27FC236}">
                <a16:creationId xmlns:a16="http://schemas.microsoft.com/office/drawing/2014/main" id="{F0D7BE08-0A5F-70A6-49CD-A677C59224EE}"/>
              </a:ext>
            </a:extLst>
          </p:cNvPr>
          <p:cNvSpPr txBox="1"/>
          <p:nvPr/>
        </p:nvSpPr>
        <p:spPr>
          <a:xfrm>
            <a:off x="5186264" y="4228703"/>
            <a:ext cx="11648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err="1"/>
              <a:t>processed</a:t>
            </a:r>
            <a:endParaRPr lang="nl-NL"/>
          </a:p>
        </p:txBody>
      </p:sp>
      <p:sp>
        <p:nvSpPr>
          <p:cNvPr id="28" name="Rechthoek 27">
            <a:extLst>
              <a:ext uri="{FF2B5EF4-FFF2-40B4-BE49-F238E27FC236}">
                <a16:creationId xmlns:a16="http://schemas.microsoft.com/office/drawing/2014/main" id="{7EBEDCF4-6820-E71F-BB7A-B68E946F5DAF}"/>
              </a:ext>
            </a:extLst>
          </p:cNvPr>
          <p:cNvSpPr/>
          <p:nvPr/>
        </p:nvSpPr>
        <p:spPr>
          <a:xfrm>
            <a:off x="7651366" y="1094325"/>
            <a:ext cx="4296115" cy="950536"/>
          </a:xfrm>
          <a:prstGeom prst="rect">
            <a:avLst/>
          </a:prstGeom>
          <a:noFill/>
          <a:ln w="57150">
            <a:solidFill>
              <a:srgbClr val="829C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b="1">
              <a:solidFill>
                <a:schemeClr val="tx1"/>
              </a:solidFill>
            </a:endParaRPr>
          </a:p>
          <a:p>
            <a:pPr algn="ctr"/>
            <a:endParaRPr lang="nl-NL" b="1">
              <a:solidFill>
                <a:schemeClr val="tx1"/>
              </a:solidFill>
            </a:endParaRPr>
          </a:p>
          <a:p>
            <a:pPr algn="ctr"/>
            <a:endParaRPr lang="nl-NL" b="1">
              <a:solidFill>
                <a:schemeClr val="tx1"/>
              </a:solidFill>
            </a:endParaRPr>
          </a:p>
        </p:txBody>
      </p:sp>
      <p:pic>
        <p:nvPicPr>
          <p:cNvPr id="30" name="Afbeelding 29">
            <a:extLst>
              <a:ext uri="{FF2B5EF4-FFF2-40B4-BE49-F238E27FC236}">
                <a16:creationId xmlns:a16="http://schemas.microsoft.com/office/drawing/2014/main" id="{B98CFBA8-E6A8-4353-3416-974949D28D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3363" y="1222752"/>
            <a:ext cx="760236" cy="695216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B9B6184F-6354-2698-DF2A-14B5460C7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8446" y="1222752"/>
            <a:ext cx="760236" cy="760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ADB1B0D-35D7-C448-086D-D0FE622C8E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3529" y="1270196"/>
            <a:ext cx="614362" cy="600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kstvak 30">
            <a:extLst>
              <a:ext uri="{FF2B5EF4-FFF2-40B4-BE49-F238E27FC236}">
                <a16:creationId xmlns:a16="http://schemas.microsoft.com/office/drawing/2014/main" id="{6E1DF218-FC2B-BA1F-EDC0-C9629AF0EB0E}"/>
              </a:ext>
            </a:extLst>
          </p:cNvPr>
          <p:cNvSpPr txBox="1"/>
          <p:nvPr/>
        </p:nvSpPr>
        <p:spPr>
          <a:xfrm>
            <a:off x="10725762" y="1404846"/>
            <a:ext cx="11648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/>
              <a:t>Enzovoort</a:t>
            </a:r>
          </a:p>
        </p:txBody>
      </p:sp>
      <p:cxnSp>
        <p:nvCxnSpPr>
          <p:cNvPr id="32" name="Rechte verbindingslijn met pijl 31">
            <a:extLst>
              <a:ext uri="{FF2B5EF4-FFF2-40B4-BE49-F238E27FC236}">
                <a16:creationId xmlns:a16="http://schemas.microsoft.com/office/drawing/2014/main" id="{DE17B7F7-951B-EAC2-AA92-1308F437E609}"/>
              </a:ext>
            </a:extLst>
          </p:cNvPr>
          <p:cNvCxnSpPr>
            <a:cxnSpLocks/>
          </p:cNvCxnSpPr>
          <p:nvPr/>
        </p:nvCxnSpPr>
        <p:spPr>
          <a:xfrm flipV="1">
            <a:off x="6214186" y="1486732"/>
            <a:ext cx="1301664" cy="0"/>
          </a:xfrm>
          <a:prstGeom prst="straightConnector1">
            <a:avLst/>
          </a:prstGeom>
          <a:ln w="76200">
            <a:solidFill>
              <a:srgbClr val="829C3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hthoek 36">
            <a:extLst>
              <a:ext uri="{FF2B5EF4-FFF2-40B4-BE49-F238E27FC236}">
                <a16:creationId xmlns:a16="http://schemas.microsoft.com/office/drawing/2014/main" id="{9D80887D-9BF2-2552-9E3D-565149A06E3F}"/>
              </a:ext>
            </a:extLst>
          </p:cNvPr>
          <p:cNvSpPr/>
          <p:nvPr/>
        </p:nvSpPr>
        <p:spPr>
          <a:xfrm>
            <a:off x="7635793" y="3331818"/>
            <a:ext cx="4296115" cy="923331"/>
          </a:xfrm>
          <a:prstGeom prst="rect">
            <a:avLst/>
          </a:prstGeom>
          <a:noFill/>
          <a:ln w="57150">
            <a:solidFill>
              <a:srgbClr val="829C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b="1">
              <a:solidFill>
                <a:schemeClr val="tx1"/>
              </a:solidFill>
            </a:endParaRPr>
          </a:p>
          <a:p>
            <a:pPr algn="ctr"/>
            <a:endParaRPr lang="nl-NL" b="1">
              <a:solidFill>
                <a:schemeClr val="tx1"/>
              </a:solidFill>
            </a:endParaRPr>
          </a:p>
          <a:p>
            <a:pPr algn="ctr"/>
            <a:endParaRPr lang="nl-NL" b="1">
              <a:solidFill>
                <a:schemeClr val="tx1"/>
              </a:solidFill>
            </a:endParaRPr>
          </a:p>
        </p:txBody>
      </p:sp>
      <p:pic>
        <p:nvPicPr>
          <p:cNvPr id="43" name="Afbeelding 42">
            <a:extLst>
              <a:ext uri="{FF2B5EF4-FFF2-40B4-BE49-F238E27FC236}">
                <a16:creationId xmlns:a16="http://schemas.microsoft.com/office/drawing/2014/main" id="{A91B5330-B150-8A43-0CA7-6A61BA418B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0307" y="3406824"/>
            <a:ext cx="760236" cy="695216"/>
          </a:xfrm>
          <a:prstGeom prst="rect">
            <a:avLst/>
          </a:prstGeom>
        </p:spPr>
      </p:pic>
      <p:pic>
        <p:nvPicPr>
          <p:cNvPr id="44" name="Picture 2">
            <a:extLst>
              <a:ext uri="{FF2B5EF4-FFF2-40B4-BE49-F238E27FC236}">
                <a16:creationId xmlns:a16="http://schemas.microsoft.com/office/drawing/2014/main" id="{778C444A-2BB0-4FA3-4D58-5709E60B18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5390" y="3406824"/>
            <a:ext cx="760236" cy="760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4">
            <a:extLst>
              <a:ext uri="{FF2B5EF4-FFF2-40B4-BE49-F238E27FC236}">
                <a16:creationId xmlns:a16="http://schemas.microsoft.com/office/drawing/2014/main" id="{A6D87DD5-A8D0-694D-7866-CE0C595538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0473" y="3454268"/>
            <a:ext cx="614362" cy="600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Tekstvak 45">
            <a:extLst>
              <a:ext uri="{FF2B5EF4-FFF2-40B4-BE49-F238E27FC236}">
                <a16:creationId xmlns:a16="http://schemas.microsoft.com/office/drawing/2014/main" id="{0907E0DE-DE4E-2647-D03F-94084CA41CB1}"/>
              </a:ext>
            </a:extLst>
          </p:cNvPr>
          <p:cNvSpPr txBox="1"/>
          <p:nvPr/>
        </p:nvSpPr>
        <p:spPr>
          <a:xfrm>
            <a:off x="10752706" y="3588918"/>
            <a:ext cx="11648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/>
              <a:t>Enzovoort</a:t>
            </a:r>
          </a:p>
        </p:txBody>
      </p:sp>
      <p:cxnSp>
        <p:nvCxnSpPr>
          <p:cNvPr id="47" name="Rechte verbindingslijn met pijl 46">
            <a:extLst>
              <a:ext uri="{FF2B5EF4-FFF2-40B4-BE49-F238E27FC236}">
                <a16:creationId xmlns:a16="http://schemas.microsoft.com/office/drawing/2014/main" id="{3F5757E5-7997-8719-8390-9B5B57749AF3}"/>
              </a:ext>
            </a:extLst>
          </p:cNvPr>
          <p:cNvCxnSpPr>
            <a:cxnSpLocks/>
          </p:cNvCxnSpPr>
          <p:nvPr/>
        </p:nvCxnSpPr>
        <p:spPr>
          <a:xfrm flipV="1">
            <a:off x="6214186" y="3639703"/>
            <a:ext cx="1301664" cy="0"/>
          </a:xfrm>
          <a:prstGeom prst="straightConnector1">
            <a:avLst/>
          </a:prstGeom>
          <a:ln w="76200">
            <a:solidFill>
              <a:srgbClr val="829C3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hthoek 47">
            <a:extLst>
              <a:ext uri="{FF2B5EF4-FFF2-40B4-BE49-F238E27FC236}">
                <a16:creationId xmlns:a16="http://schemas.microsoft.com/office/drawing/2014/main" id="{8D56A3D1-E93E-B6C1-9F33-DB2113164ABE}"/>
              </a:ext>
            </a:extLst>
          </p:cNvPr>
          <p:cNvSpPr/>
          <p:nvPr/>
        </p:nvSpPr>
        <p:spPr>
          <a:xfrm>
            <a:off x="5439748" y="5096677"/>
            <a:ext cx="6478556" cy="1588601"/>
          </a:xfrm>
          <a:prstGeom prst="rect">
            <a:avLst/>
          </a:prstGeom>
          <a:noFill/>
          <a:ln w="57150">
            <a:solidFill>
              <a:srgbClr val="829C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b="1">
              <a:solidFill>
                <a:schemeClr val="tx1"/>
              </a:solidFill>
            </a:endParaRPr>
          </a:p>
          <a:p>
            <a:pPr algn="ctr"/>
            <a:endParaRPr lang="nl-NL" b="1">
              <a:solidFill>
                <a:schemeClr val="tx1"/>
              </a:solidFill>
            </a:endParaRPr>
          </a:p>
          <a:p>
            <a:pPr algn="ctr"/>
            <a:endParaRPr lang="nl-NL" b="1">
              <a:solidFill>
                <a:schemeClr val="tx1"/>
              </a:solidFill>
            </a:endParaRPr>
          </a:p>
        </p:txBody>
      </p:sp>
      <p:cxnSp>
        <p:nvCxnSpPr>
          <p:cNvPr id="51" name="Rechte verbindingslijn met pijl 50">
            <a:extLst>
              <a:ext uri="{FF2B5EF4-FFF2-40B4-BE49-F238E27FC236}">
                <a16:creationId xmlns:a16="http://schemas.microsoft.com/office/drawing/2014/main" id="{8775EBA4-DA85-A812-FA59-B1E577A29EB5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4708702" y="5821663"/>
            <a:ext cx="636538" cy="0"/>
          </a:xfrm>
          <a:prstGeom prst="straightConnector1">
            <a:avLst/>
          </a:prstGeom>
          <a:ln w="76200">
            <a:solidFill>
              <a:srgbClr val="829C3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kstvak 52">
            <a:extLst>
              <a:ext uri="{FF2B5EF4-FFF2-40B4-BE49-F238E27FC236}">
                <a16:creationId xmlns:a16="http://schemas.microsoft.com/office/drawing/2014/main" id="{776BB6E8-2687-76A8-AAB5-697BC651D43D}"/>
              </a:ext>
            </a:extLst>
          </p:cNvPr>
          <p:cNvSpPr txBox="1"/>
          <p:nvPr/>
        </p:nvSpPr>
        <p:spPr>
          <a:xfrm>
            <a:off x="1375988" y="2811677"/>
            <a:ext cx="8910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/>
              <a:t>project</a:t>
            </a:r>
          </a:p>
        </p:txBody>
      </p:sp>
      <p:sp>
        <p:nvSpPr>
          <p:cNvPr id="57" name="Tekstvak 56">
            <a:extLst>
              <a:ext uri="{FF2B5EF4-FFF2-40B4-BE49-F238E27FC236}">
                <a16:creationId xmlns:a16="http://schemas.microsoft.com/office/drawing/2014/main" id="{641979BA-8D6C-31A9-9ACE-59C5D814A303}"/>
              </a:ext>
            </a:extLst>
          </p:cNvPr>
          <p:cNvSpPr txBox="1"/>
          <p:nvPr/>
        </p:nvSpPr>
        <p:spPr>
          <a:xfrm>
            <a:off x="6378036" y="5276742"/>
            <a:ext cx="1740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 err="1"/>
              <a:t>notebook.ipynb</a:t>
            </a:r>
            <a:endParaRPr lang="nl-NL" dirty="0"/>
          </a:p>
        </p:txBody>
      </p:sp>
      <p:sp>
        <p:nvSpPr>
          <p:cNvPr id="60" name="Tekstvak 59">
            <a:extLst>
              <a:ext uri="{FF2B5EF4-FFF2-40B4-BE49-F238E27FC236}">
                <a16:creationId xmlns:a16="http://schemas.microsoft.com/office/drawing/2014/main" id="{EB7B2607-F9A2-A1E2-9A83-2EFBEF831721}"/>
              </a:ext>
            </a:extLst>
          </p:cNvPr>
          <p:cNvSpPr txBox="1"/>
          <p:nvPr/>
        </p:nvSpPr>
        <p:spPr>
          <a:xfrm>
            <a:off x="10204532" y="5173649"/>
            <a:ext cx="17129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/>
              <a:t>main.py</a:t>
            </a:r>
          </a:p>
        </p:txBody>
      </p:sp>
      <p:sp>
        <p:nvSpPr>
          <p:cNvPr id="61" name="Tekstvak 60">
            <a:extLst>
              <a:ext uri="{FF2B5EF4-FFF2-40B4-BE49-F238E27FC236}">
                <a16:creationId xmlns:a16="http://schemas.microsoft.com/office/drawing/2014/main" id="{1EF7BFC4-6C77-633E-F809-E912B1F8A9E2}"/>
              </a:ext>
            </a:extLst>
          </p:cNvPr>
          <p:cNvSpPr txBox="1"/>
          <p:nvPr/>
        </p:nvSpPr>
        <p:spPr>
          <a:xfrm>
            <a:off x="6024430" y="6066981"/>
            <a:ext cx="1740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/>
              <a:t>__init__.py</a:t>
            </a:r>
          </a:p>
        </p:txBody>
      </p:sp>
      <p:pic>
        <p:nvPicPr>
          <p:cNvPr id="62" name="Picture 2" descr="Project Jupyter - Wikipedia">
            <a:extLst>
              <a:ext uri="{FF2B5EF4-FFF2-40B4-BE49-F238E27FC236}">
                <a16:creationId xmlns:a16="http://schemas.microsoft.com/office/drawing/2014/main" id="{527425FB-218E-A605-AB24-2CB1117E74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8172" y="5140652"/>
            <a:ext cx="682610" cy="791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Tekstvak 62">
            <a:extLst>
              <a:ext uri="{FF2B5EF4-FFF2-40B4-BE49-F238E27FC236}">
                <a16:creationId xmlns:a16="http://schemas.microsoft.com/office/drawing/2014/main" id="{45296794-23A1-C252-A510-8E0FD79BBA6F}"/>
              </a:ext>
            </a:extLst>
          </p:cNvPr>
          <p:cNvSpPr txBox="1"/>
          <p:nvPr/>
        </p:nvSpPr>
        <p:spPr>
          <a:xfrm>
            <a:off x="10177588" y="6182759"/>
            <a:ext cx="1740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/>
              <a:t>script.py</a:t>
            </a:r>
          </a:p>
        </p:txBody>
      </p:sp>
      <p:pic>
        <p:nvPicPr>
          <p:cNvPr id="1025" name="Picture 6" descr="Python (programming language) - Wikipedia">
            <a:extLst>
              <a:ext uri="{FF2B5EF4-FFF2-40B4-BE49-F238E27FC236}">
                <a16:creationId xmlns:a16="http://schemas.microsoft.com/office/drawing/2014/main" id="{30DB289C-78A8-4FC1-2FAF-3375DC27F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6117" y="6025758"/>
            <a:ext cx="480157" cy="526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6" descr="Python (programming language) - Wikipedia">
            <a:extLst>
              <a:ext uri="{FF2B5EF4-FFF2-40B4-BE49-F238E27FC236}">
                <a16:creationId xmlns:a16="http://schemas.microsoft.com/office/drawing/2014/main" id="{0C070243-57C3-39C8-8886-2634C5F1CF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2783" y="5140652"/>
            <a:ext cx="434058" cy="483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6" descr="Python (programming language) - Wikipedia">
            <a:extLst>
              <a:ext uri="{FF2B5EF4-FFF2-40B4-BE49-F238E27FC236}">
                <a16:creationId xmlns:a16="http://schemas.microsoft.com/office/drawing/2014/main" id="{535F90B2-C09C-D5C1-7030-538C2B3C29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0033" y="6140478"/>
            <a:ext cx="414072" cy="453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kstvak 1">
            <a:extLst>
              <a:ext uri="{FF2B5EF4-FFF2-40B4-BE49-F238E27FC236}">
                <a16:creationId xmlns:a16="http://schemas.microsoft.com/office/drawing/2014/main" id="{142F15BE-6D8C-CDDD-5585-3A3F6AD2EAD4}"/>
              </a:ext>
            </a:extLst>
          </p:cNvPr>
          <p:cNvSpPr txBox="1"/>
          <p:nvPr/>
        </p:nvSpPr>
        <p:spPr>
          <a:xfrm>
            <a:off x="7651366" y="2039441"/>
            <a:ext cx="43640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/>
              <a:t>Hier staan alle bronbestanden die je inleest.</a:t>
            </a:r>
          </a:p>
          <a:p>
            <a:pPr algn="ctr"/>
            <a:r>
              <a:rPr lang="nl-NL" dirty="0"/>
              <a:t>Niet van toepassing bij data die niet-</a:t>
            </a:r>
            <a:r>
              <a:rPr lang="nl-NL" dirty="0" err="1"/>
              <a:t>bestandsgebonden</a:t>
            </a:r>
            <a:r>
              <a:rPr lang="nl-NL" dirty="0"/>
              <a:t> is (bijvoorbeeld </a:t>
            </a:r>
            <a:r>
              <a:rPr lang="nl-NL" dirty="0" err="1"/>
              <a:t>API’s</a:t>
            </a:r>
            <a:r>
              <a:rPr lang="nl-NL" dirty="0"/>
              <a:t>)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E991B728-40BE-FD24-FAC2-3872793A7595}"/>
              </a:ext>
            </a:extLst>
          </p:cNvPr>
          <p:cNvSpPr txBox="1"/>
          <p:nvPr/>
        </p:nvSpPr>
        <p:spPr>
          <a:xfrm>
            <a:off x="7676768" y="4217321"/>
            <a:ext cx="43640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/>
              <a:t>Hier staan alle doelbestanden die ontstaan na het doorlopen van het Pythonproject</a:t>
            </a: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B7F3B4AA-3349-F6B3-A3DA-370131B3069B}"/>
              </a:ext>
            </a:extLst>
          </p:cNvPr>
          <p:cNvSpPr txBox="1"/>
          <p:nvPr/>
        </p:nvSpPr>
        <p:spPr>
          <a:xfrm>
            <a:off x="10299828" y="5636997"/>
            <a:ext cx="17129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/>
              <a:t>settings.py</a:t>
            </a:r>
          </a:p>
        </p:txBody>
      </p:sp>
      <p:pic>
        <p:nvPicPr>
          <p:cNvPr id="15" name="Picture 6" descr="Python (programming language) - Wikipedia">
            <a:extLst>
              <a:ext uri="{FF2B5EF4-FFF2-40B4-BE49-F238E27FC236}">
                <a16:creationId xmlns:a16="http://schemas.microsoft.com/office/drawing/2014/main" id="{F4FB8597-6FE4-B814-2585-27B29A8524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6620" y="5597310"/>
            <a:ext cx="434058" cy="483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kstvak 15">
            <a:extLst>
              <a:ext uri="{FF2B5EF4-FFF2-40B4-BE49-F238E27FC236}">
                <a16:creationId xmlns:a16="http://schemas.microsoft.com/office/drawing/2014/main" id="{9011A612-19FE-4F3F-BB2B-4565C00540B2}"/>
              </a:ext>
            </a:extLst>
          </p:cNvPr>
          <p:cNvSpPr txBox="1"/>
          <p:nvPr/>
        </p:nvSpPr>
        <p:spPr>
          <a:xfrm>
            <a:off x="970130" y="827621"/>
            <a:ext cx="36231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dirty="0"/>
              <a:t>Dit is een handige mappenstructuur waarin in Pythonprojecten bron- en doelbestanden en Pythonscripts opgeslagen kunnen worden</a:t>
            </a:r>
          </a:p>
        </p:txBody>
      </p:sp>
    </p:spTree>
    <p:extLst>
      <p:ext uri="{BB962C8B-B14F-4D97-AF65-F5344CB8AC3E}">
        <p14:creationId xmlns:p14="http://schemas.microsoft.com/office/powerpoint/2010/main" val="1171355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6" grpId="0"/>
      <p:bldP spid="28" grpId="0" animBg="1"/>
      <p:bldP spid="31" grpId="0"/>
      <p:bldP spid="37" grpId="0" animBg="1"/>
      <p:bldP spid="46" grpId="0"/>
      <p:bldP spid="48" grpId="0" animBg="1"/>
      <p:bldP spid="57" grpId="0"/>
      <p:bldP spid="60" grpId="0"/>
      <p:bldP spid="61" grpId="0"/>
      <p:bldP spid="63" grpId="0"/>
      <p:bldP spid="2" grpId="0"/>
      <p:bldP spid="11" grpId="0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D1336-CFBC-6740-DEA5-56C4BB721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Afbeelding 17">
            <a:extLst>
              <a:ext uri="{FF2B5EF4-FFF2-40B4-BE49-F238E27FC236}">
                <a16:creationId xmlns:a16="http://schemas.microsoft.com/office/drawing/2014/main" id="{AAB39889-9726-0C50-A802-1CEEB74364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2167" y="1567716"/>
            <a:ext cx="4663135" cy="3452325"/>
          </a:xfrm>
          <a:prstGeom prst="rect">
            <a:avLst/>
          </a:prstGeom>
        </p:spPr>
      </p:pic>
      <p:sp>
        <p:nvSpPr>
          <p:cNvPr id="7" name="Tekstvak 7">
            <a:extLst>
              <a:ext uri="{FF2B5EF4-FFF2-40B4-BE49-F238E27FC236}">
                <a16:creationId xmlns:a16="http://schemas.microsoft.com/office/drawing/2014/main" id="{D2762414-3876-E47A-3456-108B7ADD084D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2A134A-3369-45AC-9384-4FE609F8F945}"/>
              </a:ext>
            </a:extLst>
          </p:cNvPr>
          <p:cNvSpPr txBox="1"/>
          <p:nvPr/>
        </p:nvSpPr>
        <p:spPr>
          <a:xfrm>
            <a:off x="2531828" y="-990"/>
            <a:ext cx="8636105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Stap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 1: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Creëer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 __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init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__-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en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 main.py</a:t>
            </a:r>
          </a:p>
        </p:txBody>
      </p: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DA6F916F-4980-2CEF-8786-9D83E4D92A37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F3DBBF0E-8D24-EA51-B63D-E33E2EFC5C45}"/>
              </a:ext>
            </a:extLst>
          </p:cNvPr>
          <p:cNvCxnSpPr>
            <a:cxnSpLocks/>
          </p:cNvCxnSpPr>
          <p:nvPr/>
        </p:nvCxnSpPr>
        <p:spPr>
          <a:xfrm flipV="1">
            <a:off x="6590145" y="812800"/>
            <a:ext cx="0" cy="604520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">
            <a:extLst>
              <a:ext uri="{FF2B5EF4-FFF2-40B4-BE49-F238E27FC236}">
                <a16:creationId xmlns:a16="http://schemas.microsoft.com/office/drawing/2014/main" id="{7EC6ABEA-7FEC-DBC0-43E7-1B2561FE31C1}"/>
              </a:ext>
            </a:extLst>
          </p:cNvPr>
          <p:cNvSpPr txBox="1"/>
          <p:nvPr/>
        </p:nvSpPr>
        <p:spPr>
          <a:xfrm>
            <a:off x="1850701" y="837429"/>
            <a:ext cx="3649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__init__.py</a:t>
            </a:r>
            <a:endParaRPr lang="nl-NL" sz="2000"/>
          </a:p>
        </p:txBody>
      </p:sp>
      <p:sp>
        <p:nvSpPr>
          <p:cNvPr id="19" name="TextBox 1">
            <a:extLst>
              <a:ext uri="{FF2B5EF4-FFF2-40B4-BE49-F238E27FC236}">
                <a16:creationId xmlns:a16="http://schemas.microsoft.com/office/drawing/2014/main" id="{7BA04191-9056-598D-9DCF-A1A2A4A152F7}"/>
              </a:ext>
            </a:extLst>
          </p:cNvPr>
          <p:cNvSpPr txBox="1"/>
          <p:nvPr/>
        </p:nvSpPr>
        <p:spPr>
          <a:xfrm>
            <a:off x="8344530" y="879137"/>
            <a:ext cx="28234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rgbClr val="000000"/>
                </a:solidFill>
                <a:latin typeface="Arial" panose="020B0604020202020204" pitchFamily="34" charset="0"/>
              </a:rPr>
              <a:t>main.py</a:t>
            </a:r>
            <a:endParaRPr lang="nl-NL" sz="2000"/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DC3519D9-7378-68AD-6539-280E1BC38736}"/>
              </a:ext>
            </a:extLst>
          </p:cNvPr>
          <p:cNvSpPr txBox="1"/>
          <p:nvPr/>
        </p:nvSpPr>
        <p:spPr>
          <a:xfrm>
            <a:off x="1165030" y="5722034"/>
            <a:ext cx="48799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/>
              <a:t>Is helemaal leeg, alleen maar nodig om je </a:t>
            </a:r>
            <a:r>
              <a:rPr lang="nl-NL" err="1"/>
              <a:t>src</a:t>
            </a:r>
            <a:r>
              <a:rPr lang="nl-NL"/>
              <a:t>-map als “python-</a:t>
            </a:r>
            <a:r>
              <a:rPr lang="nl-NL" err="1"/>
              <a:t>executable</a:t>
            </a:r>
            <a:r>
              <a:rPr lang="nl-NL"/>
              <a:t>” te kunnen behandelen.</a:t>
            </a: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26BA4470-88D5-F90C-A443-11F9C6466E0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" r="66931" b="61796"/>
          <a:stretch/>
        </p:blipFill>
        <p:spPr>
          <a:xfrm>
            <a:off x="1439994" y="1567716"/>
            <a:ext cx="4788163" cy="3528459"/>
          </a:xfrm>
          <a:prstGeom prst="rect">
            <a:avLst/>
          </a:prstGeom>
        </p:spPr>
      </p:pic>
      <p:sp>
        <p:nvSpPr>
          <p:cNvPr id="11" name="Rechthoek 10">
            <a:extLst>
              <a:ext uri="{FF2B5EF4-FFF2-40B4-BE49-F238E27FC236}">
                <a16:creationId xmlns:a16="http://schemas.microsoft.com/office/drawing/2014/main" id="{E72E4F4F-3D4F-5F9A-6B57-641551CB502A}"/>
              </a:ext>
            </a:extLst>
          </p:cNvPr>
          <p:cNvSpPr/>
          <p:nvPr/>
        </p:nvSpPr>
        <p:spPr>
          <a:xfrm>
            <a:off x="7335726" y="3648269"/>
            <a:ext cx="4516016" cy="128762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6C5D7840-A02B-2743-AA0D-835DB1563C2C}"/>
              </a:ext>
            </a:extLst>
          </p:cNvPr>
          <p:cNvSpPr txBox="1"/>
          <p:nvPr/>
        </p:nvSpPr>
        <p:spPr>
          <a:xfrm>
            <a:off x="7223153" y="5583534"/>
            <a:ext cx="48914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err="1"/>
              <a:t>Boilerplate</a:t>
            </a:r>
            <a:r>
              <a:rPr lang="nl-NL"/>
              <a:t>-code: op de print() na horen deze regels </a:t>
            </a:r>
            <a:r>
              <a:rPr lang="nl-NL" b="1"/>
              <a:t>altijd </a:t>
            </a:r>
            <a:r>
              <a:rPr lang="nl-NL"/>
              <a:t>(zonder al teveel variatie) in je main.py te staan, samen met een </a:t>
            </a:r>
            <a:r>
              <a:rPr lang="nl-NL" err="1"/>
              <a:t>main</a:t>
            </a:r>
            <a:r>
              <a:rPr lang="nl-NL"/>
              <a:t>()-functie</a:t>
            </a:r>
          </a:p>
        </p:txBody>
      </p:sp>
    </p:spTree>
    <p:extLst>
      <p:ext uri="{BB962C8B-B14F-4D97-AF65-F5344CB8AC3E}">
        <p14:creationId xmlns:p14="http://schemas.microsoft.com/office/powerpoint/2010/main" val="3905920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1" grpId="0" animBg="1"/>
      <p:bldP spid="1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F2ED0-83CF-F743-CC33-E6B34C8A2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vak 7">
            <a:extLst>
              <a:ext uri="{FF2B5EF4-FFF2-40B4-BE49-F238E27FC236}">
                <a16:creationId xmlns:a16="http://schemas.microsoft.com/office/drawing/2014/main" id="{B0FEBEAE-37C3-CD83-CD88-71CF2EBF5BEE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88721D6B-3DE7-75F2-88DF-D9C8AEE536F6}"/>
              </a:ext>
            </a:extLst>
          </p:cNvPr>
          <p:cNvSpPr txBox="1"/>
          <p:nvPr/>
        </p:nvSpPr>
        <p:spPr>
          <a:xfrm>
            <a:off x="1651518" y="-10754"/>
            <a:ext cx="9965094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Stap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 2: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Converteer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Jupyter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 Notebook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naar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 script.py</a:t>
            </a: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21A04DDB-4BE2-8BED-EB4E-9832C4C1C3BC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Afbeelding 1">
            <a:extLst>
              <a:ext uri="{FF2B5EF4-FFF2-40B4-BE49-F238E27FC236}">
                <a16:creationId xmlns:a16="http://schemas.microsoft.com/office/drawing/2014/main" id="{F3A77129-3553-F94C-EAED-04843A60A2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292" y="1565507"/>
            <a:ext cx="3508255" cy="3577931"/>
          </a:xfrm>
          <a:prstGeom prst="rect">
            <a:avLst/>
          </a:prstGeom>
        </p:spPr>
      </p:pic>
      <p:sp>
        <p:nvSpPr>
          <p:cNvPr id="13" name="Tekstvak 12">
            <a:extLst>
              <a:ext uri="{FF2B5EF4-FFF2-40B4-BE49-F238E27FC236}">
                <a16:creationId xmlns:a16="http://schemas.microsoft.com/office/drawing/2014/main" id="{47C1231E-E2BA-809C-7863-BA9113AA4D25}"/>
              </a:ext>
            </a:extLst>
          </p:cNvPr>
          <p:cNvSpPr txBox="1"/>
          <p:nvPr/>
        </p:nvSpPr>
        <p:spPr>
          <a:xfrm>
            <a:off x="988290" y="934509"/>
            <a:ext cx="110651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/>
              <a:t>Je converteert je </a:t>
            </a:r>
            <a:r>
              <a:rPr lang="nl-NL" err="1"/>
              <a:t>Jupyter</a:t>
            </a:r>
            <a:r>
              <a:rPr lang="nl-NL"/>
              <a:t> Notebook naar een Pythonscript.</a:t>
            </a:r>
          </a:p>
        </p:txBody>
      </p:sp>
      <p:cxnSp>
        <p:nvCxnSpPr>
          <p:cNvPr id="15" name="Straight Connector 10">
            <a:extLst>
              <a:ext uri="{FF2B5EF4-FFF2-40B4-BE49-F238E27FC236}">
                <a16:creationId xmlns:a16="http://schemas.microsoft.com/office/drawing/2014/main" id="{EA2EC5D9-FC26-4FA8-99FF-D212BE282C56}"/>
              </a:ext>
            </a:extLst>
          </p:cNvPr>
          <p:cNvCxnSpPr>
            <a:cxnSpLocks/>
          </p:cNvCxnSpPr>
          <p:nvPr/>
        </p:nvCxnSpPr>
        <p:spPr>
          <a:xfrm>
            <a:off x="988290" y="1349277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90FD5CCF-54E4-1069-C0F7-B9B6075F1A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4955" y="1565508"/>
            <a:ext cx="3816221" cy="3577938"/>
          </a:xfrm>
          <a:prstGeom prst="rect">
            <a:avLst/>
          </a:prstGeom>
        </p:spPr>
      </p:pic>
      <p:sp>
        <p:nvSpPr>
          <p:cNvPr id="22" name="Rechthoek 21">
            <a:extLst>
              <a:ext uri="{FF2B5EF4-FFF2-40B4-BE49-F238E27FC236}">
                <a16:creationId xmlns:a16="http://schemas.microsoft.com/office/drawing/2014/main" id="{1111B0DD-FC56-7291-9B3D-C9EEC38F9980}"/>
              </a:ext>
            </a:extLst>
          </p:cNvPr>
          <p:cNvSpPr/>
          <p:nvPr/>
        </p:nvSpPr>
        <p:spPr>
          <a:xfrm>
            <a:off x="2051677" y="4986266"/>
            <a:ext cx="1447483" cy="15717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24" name="Rechte verbindingslijn met pijl 23">
            <a:extLst>
              <a:ext uri="{FF2B5EF4-FFF2-40B4-BE49-F238E27FC236}">
                <a16:creationId xmlns:a16="http://schemas.microsoft.com/office/drawing/2014/main" id="{6E55B267-B376-07DF-5C1F-8017C94CF6A1}"/>
              </a:ext>
            </a:extLst>
          </p:cNvPr>
          <p:cNvCxnSpPr>
            <a:cxnSpLocks/>
          </p:cNvCxnSpPr>
          <p:nvPr/>
        </p:nvCxnSpPr>
        <p:spPr>
          <a:xfrm>
            <a:off x="4693296" y="3222226"/>
            <a:ext cx="3275047" cy="0"/>
          </a:xfrm>
          <a:prstGeom prst="straightConnector1">
            <a:avLst/>
          </a:prstGeom>
          <a:ln w="76200">
            <a:solidFill>
              <a:srgbClr val="829C3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hthoek 28">
            <a:extLst>
              <a:ext uri="{FF2B5EF4-FFF2-40B4-BE49-F238E27FC236}">
                <a16:creationId xmlns:a16="http://schemas.microsoft.com/office/drawing/2014/main" id="{0E383BB9-A8F9-085C-ED97-7017D210218B}"/>
              </a:ext>
            </a:extLst>
          </p:cNvPr>
          <p:cNvSpPr/>
          <p:nvPr/>
        </p:nvSpPr>
        <p:spPr>
          <a:xfrm>
            <a:off x="8228954" y="1565507"/>
            <a:ext cx="2304661" cy="305970"/>
          </a:xfrm>
          <a:prstGeom prst="rect">
            <a:avLst/>
          </a:prstGeom>
          <a:noFill/>
          <a:ln w="57150">
            <a:solidFill>
              <a:srgbClr val="829C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4" name="Tekstvak 33">
            <a:extLst>
              <a:ext uri="{FF2B5EF4-FFF2-40B4-BE49-F238E27FC236}">
                <a16:creationId xmlns:a16="http://schemas.microsoft.com/office/drawing/2014/main" id="{F1465FCA-4773-EF99-B342-E633EE44D2F1}"/>
              </a:ext>
            </a:extLst>
          </p:cNvPr>
          <p:cNvSpPr txBox="1"/>
          <p:nvPr/>
        </p:nvSpPr>
        <p:spPr>
          <a:xfrm>
            <a:off x="1021291" y="5934670"/>
            <a:ext cx="106606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err="1"/>
              <a:t>Imports</a:t>
            </a:r>
            <a:r>
              <a:rPr lang="nl-NL"/>
              <a:t> en functies: met rust laten</a:t>
            </a:r>
          </a:p>
          <a:p>
            <a:r>
              <a:rPr lang="nl-NL"/>
              <a:t>Statements die niet in een functie staan: in een (overkoepelende) functie zetten.</a:t>
            </a:r>
          </a:p>
          <a:p>
            <a:r>
              <a:rPr lang="nl-NL"/>
              <a:t>Notebookscheidingen (“# %%”) en regels met slechts één variabele: mag je eventueel weghalen.</a:t>
            </a:r>
          </a:p>
        </p:txBody>
      </p:sp>
      <p:sp>
        <p:nvSpPr>
          <p:cNvPr id="35" name="Rechthoek 34">
            <a:extLst>
              <a:ext uri="{FF2B5EF4-FFF2-40B4-BE49-F238E27FC236}">
                <a16:creationId xmlns:a16="http://schemas.microsoft.com/office/drawing/2014/main" id="{E79E9E5E-9721-8EB6-4CE5-2E6DD9856DBD}"/>
              </a:ext>
            </a:extLst>
          </p:cNvPr>
          <p:cNvSpPr/>
          <p:nvPr/>
        </p:nvSpPr>
        <p:spPr>
          <a:xfrm>
            <a:off x="8228954" y="2224102"/>
            <a:ext cx="2304660" cy="1792182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6" name="Rechthoek 35">
            <a:extLst>
              <a:ext uri="{FF2B5EF4-FFF2-40B4-BE49-F238E27FC236}">
                <a16:creationId xmlns:a16="http://schemas.microsoft.com/office/drawing/2014/main" id="{840BED27-1B4E-63AA-1BEB-3612927E5306}"/>
              </a:ext>
            </a:extLst>
          </p:cNvPr>
          <p:cNvSpPr/>
          <p:nvPr/>
        </p:nvSpPr>
        <p:spPr>
          <a:xfrm>
            <a:off x="8228954" y="4079529"/>
            <a:ext cx="1176303" cy="30597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9" name="Rechthoek 38">
            <a:extLst>
              <a:ext uri="{FF2B5EF4-FFF2-40B4-BE49-F238E27FC236}">
                <a16:creationId xmlns:a16="http://schemas.microsoft.com/office/drawing/2014/main" id="{CD8F9804-7A5F-0BB5-A0A3-A22A7937CEBC}"/>
              </a:ext>
            </a:extLst>
          </p:cNvPr>
          <p:cNvSpPr/>
          <p:nvPr/>
        </p:nvSpPr>
        <p:spPr>
          <a:xfrm>
            <a:off x="8196942" y="4807508"/>
            <a:ext cx="3774234" cy="410961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0" name="Rechthoek 39">
            <a:extLst>
              <a:ext uri="{FF2B5EF4-FFF2-40B4-BE49-F238E27FC236}">
                <a16:creationId xmlns:a16="http://schemas.microsoft.com/office/drawing/2014/main" id="{3921B25F-C1D3-5F2B-4C41-E484A81E283E}"/>
              </a:ext>
            </a:extLst>
          </p:cNvPr>
          <p:cNvSpPr/>
          <p:nvPr/>
        </p:nvSpPr>
        <p:spPr>
          <a:xfrm>
            <a:off x="1049284" y="5934662"/>
            <a:ext cx="3401418" cy="305970"/>
          </a:xfrm>
          <a:prstGeom prst="rect">
            <a:avLst/>
          </a:prstGeom>
          <a:noFill/>
          <a:ln w="57150">
            <a:solidFill>
              <a:srgbClr val="829C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1" name="Rechthoek 40">
            <a:extLst>
              <a:ext uri="{FF2B5EF4-FFF2-40B4-BE49-F238E27FC236}">
                <a16:creationId xmlns:a16="http://schemas.microsoft.com/office/drawing/2014/main" id="{1AE904DA-56BF-0EB8-6585-5E2E555A7581}"/>
              </a:ext>
            </a:extLst>
          </p:cNvPr>
          <p:cNvSpPr/>
          <p:nvPr/>
        </p:nvSpPr>
        <p:spPr>
          <a:xfrm>
            <a:off x="1049283" y="6240631"/>
            <a:ext cx="7702831" cy="305970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2" name="Rechthoek 41">
            <a:extLst>
              <a:ext uri="{FF2B5EF4-FFF2-40B4-BE49-F238E27FC236}">
                <a16:creationId xmlns:a16="http://schemas.microsoft.com/office/drawing/2014/main" id="{174CB323-AE84-FE77-6BF4-93026E686A36}"/>
              </a:ext>
            </a:extLst>
          </p:cNvPr>
          <p:cNvSpPr/>
          <p:nvPr/>
        </p:nvSpPr>
        <p:spPr>
          <a:xfrm>
            <a:off x="1048293" y="6554744"/>
            <a:ext cx="9094083" cy="29781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71454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9" grpId="0" animBg="1"/>
      <p:bldP spid="34" grpId="0"/>
      <p:bldP spid="35" grpId="0" animBg="1"/>
      <p:bldP spid="36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14136-36BD-931B-0996-446A75ECD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Afbeelding 25">
            <a:extLst>
              <a:ext uri="{FF2B5EF4-FFF2-40B4-BE49-F238E27FC236}">
                <a16:creationId xmlns:a16="http://schemas.microsoft.com/office/drawing/2014/main" id="{3EA15E83-D451-EB83-A503-01A6F59B9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598" y="1747137"/>
            <a:ext cx="3702675" cy="4900058"/>
          </a:xfrm>
          <a:prstGeom prst="rect">
            <a:avLst/>
          </a:prstGeom>
        </p:spPr>
      </p:pic>
      <p:sp>
        <p:nvSpPr>
          <p:cNvPr id="6" name="Tekstvak 7">
            <a:extLst>
              <a:ext uri="{FF2B5EF4-FFF2-40B4-BE49-F238E27FC236}">
                <a16:creationId xmlns:a16="http://schemas.microsoft.com/office/drawing/2014/main" id="{BC3C8CA7-9DA9-92AF-BDD8-C50D50447643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87894014-27D6-0A7D-A6D3-67DA33359947}"/>
              </a:ext>
            </a:extLst>
          </p:cNvPr>
          <p:cNvSpPr txBox="1"/>
          <p:nvPr/>
        </p:nvSpPr>
        <p:spPr>
          <a:xfrm>
            <a:off x="2777658" y="-10754"/>
            <a:ext cx="8144447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Stap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 3: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Creëer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en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configureer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 je settings.py</a:t>
            </a: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06B12AEE-3B9F-2EF5-B446-6A20FFC49167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kstvak 12">
            <a:extLst>
              <a:ext uri="{FF2B5EF4-FFF2-40B4-BE49-F238E27FC236}">
                <a16:creationId xmlns:a16="http://schemas.microsoft.com/office/drawing/2014/main" id="{344CDB6F-8514-326B-AB87-8C5372DF44DD}"/>
              </a:ext>
            </a:extLst>
          </p:cNvPr>
          <p:cNvSpPr txBox="1"/>
          <p:nvPr/>
        </p:nvSpPr>
        <p:spPr>
          <a:xfrm>
            <a:off x="988290" y="873655"/>
            <a:ext cx="110651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/>
              <a:t>Een ideale invulling zorgt ervoor dat je elke wijziging slechts in één bestand hoeft door te voeren, in plaats van op meerdere plekken in een script.</a:t>
            </a:r>
          </a:p>
        </p:txBody>
      </p:sp>
      <p:cxnSp>
        <p:nvCxnSpPr>
          <p:cNvPr id="15" name="Straight Connector 10">
            <a:extLst>
              <a:ext uri="{FF2B5EF4-FFF2-40B4-BE49-F238E27FC236}">
                <a16:creationId xmlns:a16="http://schemas.microsoft.com/office/drawing/2014/main" id="{65E92356-B4B9-E331-575E-37A0614E6E45}"/>
              </a:ext>
            </a:extLst>
          </p:cNvPr>
          <p:cNvCxnSpPr>
            <a:cxnSpLocks/>
          </p:cNvCxnSpPr>
          <p:nvPr/>
        </p:nvCxnSpPr>
        <p:spPr>
          <a:xfrm>
            <a:off x="988290" y="158084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hthoek 15">
            <a:extLst>
              <a:ext uri="{FF2B5EF4-FFF2-40B4-BE49-F238E27FC236}">
                <a16:creationId xmlns:a16="http://schemas.microsoft.com/office/drawing/2014/main" id="{D0043CB6-2DDD-6D80-3878-7C03D1D668D5}"/>
              </a:ext>
            </a:extLst>
          </p:cNvPr>
          <p:cNvSpPr/>
          <p:nvPr/>
        </p:nvSpPr>
        <p:spPr>
          <a:xfrm>
            <a:off x="1074598" y="1747136"/>
            <a:ext cx="3702675" cy="1817157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" name="Tekstvak 16">
            <a:extLst>
              <a:ext uri="{FF2B5EF4-FFF2-40B4-BE49-F238E27FC236}">
                <a16:creationId xmlns:a16="http://schemas.microsoft.com/office/drawing/2014/main" id="{E76B8BC6-034B-2B28-5AA1-1C9CC457C7E3}"/>
              </a:ext>
            </a:extLst>
          </p:cNvPr>
          <p:cNvSpPr txBox="1"/>
          <p:nvPr/>
        </p:nvSpPr>
        <p:spPr>
          <a:xfrm>
            <a:off x="6021354" y="1775754"/>
            <a:ext cx="582949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err="1"/>
              <a:t>pathlib</a:t>
            </a:r>
            <a:r>
              <a:rPr lang="nl-NL"/>
              <a:t>: kan binnen elk OS gebruikt worden om de juiste map te vinden.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err="1"/>
              <a:t>loguru</a:t>
            </a:r>
            <a:r>
              <a:rPr lang="nl-NL"/>
              <a:t>: creëert </a:t>
            </a:r>
            <a:r>
              <a:rPr lang="nl-NL" err="1"/>
              <a:t>log-files</a:t>
            </a:r>
            <a:r>
              <a:rPr lang="nl-NL"/>
              <a:t> en schrijft logs hier naartoe gedurende het doorlopen van script.py.</a:t>
            </a:r>
          </a:p>
        </p:txBody>
      </p:sp>
      <p:sp>
        <p:nvSpPr>
          <p:cNvPr id="27" name="Rechthoek 26">
            <a:extLst>
              <a:ext uri="{FF2B5EF4-FFF2-40B4-BE49-F238E27FC236}">
                <a16:creationId xmlns:a16="http://schemas.microsoft.com/office/drawing/2014/main" id="{298317B0-F739-4256-2296-D2637B51700C}"/>
              </a:ext>
            </a:extLst>
          </p:cNvPr>
          <p:cNvSpPr/>
          <p:nvPr/>
        </p:nvSpPr>
        <p:spPr>
          <a:xfrm>
            <a:off x="6021353" y="1792032"/>
            <a:ext cx="5697895" cy="1185577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8" name="Rechthoek 27">
            <a:extLst>
              <a:ext uri="{FF2B5EF4-FFF2-40B4-BE49-F238E27FC236}">
                <a16:creationId xmlns:a16="http://schemas.microsoft.com/office/drawing/2014/main" id="{E7117336-0A2C-7FA2-770B-B61E02E9D9A4}"/>
              </a:ext>
            </a:extLst>
          </p:cNvPr>
          <p:cNvSpPr/>
          <p:nvPr/>
        </p:nvSpPr>
        <p:spPr>
          <a:xfrm>
            <a:off x="1074599" y="3759206"/>
            <a:ext cx="3702674" cy="222513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1" name="Tekstvak 30">
            <a:extLst>
              <a:ext uri="{FF2B5EF4-FFF2-40B4-BE49-F238E27FC236}">
                <a16:creationId xmlns:a16="http://schemas.microsoft.com/office/drawing/2014/main" id="{3B37DAE5-8E11-DADF-DF1A-2C2DBAE6387E}"/>
              </a:ext>
            </a:extLst>
          </p:cNvPr>
          <p:cNvSpPr txBox="1"/>
          <p:nvPr/>
        </p:nvSpPr>
        <p:spPr>
          <a:xfrm>
            <a:off x="6436321" y="3466621"/>
            <a:ext cx="48679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/>
              <a:t>Alle </a:t>
            </a:r>
            <a:r>
              <a:rPr lang="nl-NL" err="1"/>
              <a:t>hardcoded</a:t>
            </a:r>
            <a:r>
              <a:rPr lang="nl-NL"/>
              <a:t>-variabelen uit script.py zet je als attribuut in een Settings-klasse in settings.py</a:t>
            </a:r>
          </a:p>
        </p:txBody>
      </p:sp>
      <p:sp>
        <p:nvSpPr>
          <p:cNvPr id="32" name="Rechthoek 31">
            <a:extLst>
              <a:ext uri="{FF2B5EF4-FFF2-40B4-BE49-F238E27FC236}">
                <a16:creationId xmlns:a16="http://schemas.microsoft.com/office/drawing/2014/main" id="{3A2C3350-5D6A-54BB-8D35-36133436346B}"/>
              </a:ext>
            </a:extLst>
          </p:cNvPr>
          <p:cNvSpPr/>
          <p:nvPr/>
        </p:nvSpPr>
        <p:spPr>
          <a:xfrm>
            <a:off x="6021353" y="3466621"/>
            <a:ext cx="5697895" cy="64633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3" name="Rechthoek 32">
            <a:extLst>
              <a:ext uri="{FF2B5EF4-FFF2-40B4-BE49-F238E27FC236}">
                <a16:creationId xmlns:a16="http://schemas.microsoft.com/office/drawing/2014/main" id="{CB400062-E26D-F288-D1E9-615E4D34A070}"/>
              </a:ext>
            </a:extLst>
          </p:cNvPr>
          <p:cNvSpPr/>
          <p:nvPr/>
        </p:nvSpPr>
        <p:spPr>
          <a:xfrm>
            <a:off x="1074597" y="6179258"/>
            <a:ext cx="3702674" cy="467937"/>
          </a:xfrm>
          <a:prstGeom prst="rect">
            <a:avLst/>
          </a:prstGeom>
          <a:noFill/>
          <a:ln w="57150">
            <a:solidFill>
              <a:srgbClr val="829C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7" name="Rechthoek 36">
            <a:extLst>
              <a:ext uri="{FF2B5EF4-FFF2-40B4-BE49-F238E27FC236}">
                <a16:creationId xmlns:a16="http://schemas.microsoft.com/office/drawing/2014/main" id="{C6D5994F-C88E-C026-57A8-F4FE0E2314DB}"/>
              </a:ext>
            </a:extLst>
          </p:cNvPr>
          <p:cNvSpPr/>
          <p:nvPr/>
        </p:nvSpPr>
        <p:spPr>
          <a:xfrm>
            <a:off x="6021353" y="4601964"/>
            <a:ext cx="5697895" cy="646332"/>
          </a:xfrm>
          <a:prstGeom prst="rect">
            <a:avLst/>
          </a:prstGeom>
          <a:noFill/>
          <a:ln w="57150">
            <a:solidFill>
              <a:srgbClr val="829C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8" name="Tekstvak 37">
            <a:extLst>
              <a:ext uri="{FF2B5EF4-FFF2-40B4-BE49-F238E27FC236}">
                <a16:creationId xmlns:a16="http://schemas.microsoft.com/office/drawing/2014/main" id="{6F91E229-2EF0-547A-05EF-359D64BF1B79}"/>
              </a:ext>
            </a:extLst>
          </p:cNvPr>
          <p:cNvSpPr txBox="1"/>
          <p:nvPr/>
        </p:nvSpPr>
        <p:spPr>
          <a:xfrm>
            <a:off x="6515498" y="4611729"/>
            <a:ext cx="48679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/>
              <a:t>De Settings-klasse in een object opvangen en de logger opstarten aan het begin van script.py</a:t>
            </a:r>
          </a:p>
        </p:txBody>
      </p:sp>
      <p:sp>
        <p:nvSpPr>
          <p:cNvPr id="44" name="Tekstvak 43">
            <a:extLst>
              <a:ext uri="{FF2B5EF4-FFF2-40B4-BE49-F238E27FC236}">
                <a16:creationId xmlns:a16="http://schemas.microsoft.com/office/drawing/2014/main" id="{6CE3E0D9-20C2-BA11-DB1C-C32E9F3791E6}"/>
              </a:ext>
            </a:extLst>
          </p:cNvPr>
          <p:cNvSpPr txBox="1"/>
          <p:nvPr/>
        </p:nvSpPr>
        <p:spPr>
          <a:xfrm>
            <a:off x="6021351" y="6500630"/>
            <a:ext cx="6111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b="0" err="1">
                <a:effectLst/>
                <a:latin typeface="Consolas" panose="020B0609020204030204" pitchFamily="49" charset="0"/>
              </a:rPr>
              <a:t>from</a:t>
            </a:r>
            <a:r>
              <a:rPr lang="nl-NL" b="0">
                <a:effectLst/>
                <a:latin typeface="Consolas" panose="020B0609020204030204" pitchFamily="49" charset="0"/>
              </a:rPr>
              <a:t> </a:t>
            </a:r>
            <a:r>
              <a:rPr lang="nl-NL" b="0" err="1">
                <a:effectLst/>
                <a:latin typeface="Consolas" panose="020B0609020204030204" pitchFamily="49" charset="0"/>
              </a:rPr>
              <a:t>settings</a:t>
            </a:r>
            <a:r>
              <a:rPr lang="nl-NL" b="0">
                <a:effectLst/>
                <a:latin typeface="Consolas" panose="020B0609020204030204" pitchFamily="49" charset="0"/>
              </a:rPr>
              <a:t> import </a:t>
            </a:r>
            <a:r>
              <a:rPr lang="nl-NL" b="0" err="1">
                <a:effectLst/>
                <a:latin typeface="Consolas" panose="020B0609020204030204" pitchFamily="49" charset="0"/>
              </a:rPr>
              <a:t>settings</a:t>
            </a:r>
            <a:r>
              <a:rPr lang="nl-NL" b="0">
                <a:effectLst/>
                <a:latin typeface="Consolas" panose="020B0609020204030204" pitchFamily="49" charset="0"/>
              </a:rPr>
              <a:t>, logger</a:t>
            </a:r>
          </a:p>
        </p:txBody>
      </p:sp>
      <p:sp>
        <p:nvSpPr>
          <p:cNvPr id="45" name="Tekstvak 44">
            <a:extLst>
              <a:ext uri="{FF2B5EF4-FFF2-40B4-BE49-F238E27FC236}">
                <a16:creationId xmlns:a16="http://schemas.microsoft.com/office/drawing/2014/main" id="{67A9C032-ECC2-F9A8-B411-F10191A43D52}"/>
              </a:ext>
            </a:extLst>
          </p:cNvPr>
          <p:cNvSpPr txBox="1"/>
          <p:nvPr/>
        </p:nvSpPr>
        <p:spPr>
          <a:xfrm>
            <a:off x="6021351" y="5583535"/>
            <a:ext cx="48679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/>
              <a:t>Onderstaande coderegel kan je ten slotte in script.py gebruiken om toegang te krijgen tot alle opgeslagen variabelen en de logger</a:t>
            </a:r>
          </a:p>
        </p:txBody>
      </p:sp>
    </p:spTree>
    <p:extLst>
      <p:ext uri="{BB962C8B-B14F-4D97-AF65-F5344CB8AC3E}">
        <p14:creationId xmlns:p14="http://schemas.microsoft.com/office/powerpoint/2010/main" val="1684483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/>
      <p:bldP spid="27" grpId="0" animBg="1"/>
      <p:bldP spid="28" grpId="0" animBg="1"/>
      <p:bldP spid="31" grpId="0"/>
      <p:bldP spid="32" grpId="0" animBg="1"/>
      <p:bldP spid="33" grpId="0" animBg="1"/>
      <p:bldP spid="37" grpId="0" animBg="1"/>
      <p:bldP spid="38" grpId="0"/>
      <p:bldP spid="44" grpId="0"/>
      <p:bldP spid="4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451A0-B449-B417-FC80-1C7AB38A4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kstvak 7">
            <a:extLst>
              <a:ext uri="{FF2B5EF4-FFF2-40B4-BE49-F238E27FC236}">
                <a16:creationId xmlns:a16="http://schemas.microsoft.com/office/drawing/2014/main" id="{568C2C35-4DED-510C-8FDE-3838C9FF60CC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900675-D628-10F2-21DD-574DBBD539DC}"/>
              </a:ext>
            </a:extLst>
          </p:cNvPr>
          <p:cNvSpPr txBox="1"/>
          <p:nvPr/>
        </p:nvSpPr>
        <p:spPr>
          <a:xfrm>
            <a:off x="988290" y="-990"/>
            <a:ext cx="11272132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Stap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 4: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Importeer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 de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juiste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bestanden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 in main.py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en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 script.py</a:t>
            </a:r>
          </a:p>
        </p:txBody>
      </p: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A542A18A-6D63-4102-2057-27BA4A145DE3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5482B67A-F4B2-9069-7AFB-64C42DAFE427}"/>
              </a:ext>
            </a:extLst>
          </p:cNvPr>
          <p:cNvCxnSpPr>
            <a:cxnSpLocks/>
          </p:cNvCxnSpPr>
          <p:nvPr/>
        </p:nvCxnSpPr>
        <p:spPr>
          <a:xfrm flipV="1">
            <a:off x="6590145" y="1376470"/>
            <a:ext cx="0" cy="548153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">
            <a:extLst>
              <a:ext uri="{FF2B5EF4-FFF2-40B4-BE49-F238E27FC236}">
                <a16:creationId xmlns:a16="http://schemas.microsoft.com/office/drawing/2014/main" id="{D2F69D8E-D9B6-CA6A-D221-1D660A6754BA}"/>
              </a:ext>
            </a:extLst>
          </p:cNvPr>
          <p:cNvSpPr txBox="1"/>
          <p:nvPr/>
        </p:nvSpPr>
        <p:spPr>
          <a:xfrm>
            <a:off x="7485908" y="1497174"/>
            <a:ext cx="3649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main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.py</a:t>
            </a:r>
            <a:endParaRPr lang="nl-NL" sz="2000" dirty="0"/>
          </a:p>
        </p:txBody>
      </p:sp>
      <p:sp>
        <p:nvSpPr>
          <p:cNvPr id="19" name="TextBox 1">
            <a:extLst>
              <a:ext uri="{FF2B5EF4-FFF2-40B4-BE49-F238E27FC236}">
                <a16:creationId xmlns:a16="http://schemas.microsoft.com/office/drawing/2014/main" id="{62251E90-9080-ED04-6349-DE1FC3069973}"/>
              </a:ext>
            </a:extLst>
          </p:cNvPr>
          <p:cNvSpPr txBox="1"/>
          <p:nvPr/>
        </p:nvSpPr>
        <p:spPr>
          <a:xfrm>
            <a:off x="2328482" y="1451515"/>
            <a:ext cx="28234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script.py</a:t>
            </a:r>
            <a:endParaRPr lang="nl-NL" sz="2000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E699EE5E-A6D3-9DC3-E80E-B897B70E8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8547" y="2439526"/>
            <a:ext cx="5375188" cy="2693308"/>
          </a:xfrm>
          <a:prstGeom prst="rect">
            <a:avLst/>
          </a:prstGeom>
        </p:spPr>
      </p:pic>
      <p:sp>
        <p:nvSpPr>
          <p:cNvPr id="10" name="Rechthoek 9">
            <a:extLst>
              <a:ext uri="{FF2B5EF4-FFF2-40B4-BE49-F238E27FC236}">
                <a16:creationId xmlns:a16="http://schemas.microsoft.com/office/drawing/2014/main" id="{C9410E51-7C9B-FFF5-185C-343BC6D00AF2}"/>
              </a:ext>
            </a:extLst>
          </p:cNvPr>
          <p:cNvSpPr/>
          <p:nvPr/>
        </p:nvSpPr>
        <p:spPr>
          <a:xfrm>
            <a:off x="6810010" y="2530182"/>
            <a:ext cx="3702674" cy="43956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98262F81-349C-5E26-899F-6CEFBF09E9A5}"/>
              </a:ext>
            </a:extLst>
          </p:cNvPr>
          <p:cNvSpPr/>
          <p:nvPr/>
        </p:nvSpPr>
        <p:spPr>
          <a:xfrm>
            <a:off x="7025564" y="3611723"/>
            <a:ext cx="5088689" cy="43956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20" name="Afbeelding 19">
            <a:extLst>
              <a:ext uri="{FF2B5EF4-FFF2-40B4-BE49-F238E27FC236}">
                <a16:creationId xmlns:a16="http://schemas.microsoft.com/office/drawing/2014/main" id="{D522A761-4013-D2C3-EECD-80C278448F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157" y="2354585"/>
            <a:ext cx="5065077" cy="562276"/>
          </a:xfrm>
          <a:prstGeom prst="rect">
            <a:avLst/>
          </a:prstGeom>
        </p:spPr>
      </p:pic>
      <p:sp>
        <p:nvSpPr>
          <p:cNvPr id="21" name="TextBox 1">
            <a:extLst>
              <a:ext uri="{FF2B5EF4-FFF2-40B4-BE49-F238E27FC236}">
                <a16:creationId xmlns:a16="http://schemas.microsoft.com/office/drawing/2014/main" id="{4374E00F-3D33-C289-007B-D5F4CF2A12A9}"/>
              </a:ext>
            </a:extLst>
          </p:cNvPr>
          <p:cNvSpPr txBox="1"/>
          <p:nvPr/>
        </p:nvSpPr>
        <p:spPr>
          <a:xfrm>
            <a:off x="2621673" y="2916861"/>
            <a:ext cx="28234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(…)</a:t>
            </a:r>
            <a:endParaRPr lang="nl-NL" sz="2000" dirty="0"/>
          </a:p>
        </p:txBody>
      </p:sp>
      <p:pic>
        <p:nvPicPr>
          <p:cNvPr id="23" name="Afbeelding 22">
            <a:extLst>
              <a:ext uri="{FF2B5EF4-FFF2-40B4-BE49-F238E27FC236}">
                <a16:creationId xmlns:a16="http://schemas.microsoft.com/office/drawing/2014/main" id="{9EA8AEC9-EF9A-E168-C405-61EBF72F59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1157" y="3507358"/>
            <a:ext cx="5058054" cy="680656"/>
          </a:xfrm>
          <a:prstGeom prst="rect">
            <a:avLst/>
          </a:prstGeom>
        </p:spPr>
      </p:pic>
      <p:pic>
        <p:nvPicPr>
          <p:cNvPr id="25" name="Afbeelding 24">
            <a:extLst>
              <a:ext uri="{FF2B5EF4-FFF2-40B4-BE49-F238E27FC236}">
                <a16:creationId xmlns:a16="http://schemas.microsoft.com/office/drawing/2014/main" id="{C0EF17D5-7B6F-FB45-CA54-B78BD74800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068" y="4769277"/>
            <a:ext cx="5375188" cy="1933056"/>
          </a:xfrm>
          <a:prstGeom prst="rect">
            <a:avLst/>
          </a:prstGeom>
        </p:spPr>
      </p:pic>
      <p:cxnSp>
        <p:nvCxnSpPr>
          <p:cNvPr id="26" name="Rechte verbindingslijn met pijl 25">
            <a:extLst>
              <a:ext uri="{FF2B5EF4-FFF2-40B4-BE49-F238E27FC236}">
                <a16:creationId xmlns:a16="http://schemas.microsoft.com/office/drawing/2014/main" id="{BD8512B7-496B-B20E-935E-60AE5EAE9E15}"/>
              </a:ext>
            </a:extLst>
          </p:cNvPr>
          <p:cNvCxnSpPr>
            <a:cxnSpLocks/>
          </p:cNvCxnSpPr>
          <p:nvPr/>
        </p:nvCxnSpPr>
        <p:spPr>
          <a:xfrm>
            <a:off x="3740184" y="4184623"/>
            <a:ext cx="0" cy="584654"/>
          </a:xfrm>
          <a:prstGeom prst="straightConnector1">
            <a:avLst/>
          </a:prstGeom>
          <a:ln w="76200">
            <a:solidFill>
              <a:srgbClr val="829C3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1">
            <a:extLst>
              <a:ext uri="{FF2B5EF4-FFF2-40B4-BE49-F238E27FC236}">
                <a16:creationId xmlns:a16="http://schemas.microsoft.com/office/drawing/2014/main" id="{C860AF0C-95D4-9958-D5EA-2EABCF1C714E}"/>
              </a:ext>
            </a:extLst>
          </p:cNvPr>
          <p:cNvSpPr txBox="1"/>
          <p:nvPr/>
        </p:nvSpPr>
        <p:spPr>
          <a:xfrm>
            <a:off x="671452" y="4398925"/>
            <a:ext cx="28234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rgbClr val="000000"/>
                </a:solidFill>
                <a:latin typeface="Arial" panose="020B0604020202020204" pitchFamily="34" charset="0"/>
              </a:rPr>
              <a:t>logfile.log</a:t>
            </a:r>
            <a:endParaRPr lang="nl-NL" sz="2000"/>
          </a:p>
        </p:txBody>
      </p:sp>
      <p:cxnSp>
        <p:nvCxnSpPr>
          <p:cNvPr id="6" name="Straight Connector 10">
            <a:extLst>
              <a:ext uri="{FF2B5EF4-FFF2-40B4-BE49-F238E27FC236}">
                <a16:creationId xmlns:a16="http://schemas.microsoft.com/office/drawing/2014/main" id="{0BEA2F2A-7852-847C-84F0-400E35100D55}"/>
              </a:ext>
            </a:extLst>
          </p:cNvPr>
          <p:cNvCxnSpPr>
            <a:cxnSpLocks/>
          </p:cNvCxnSpPr>
          <p:nvPr/>
        </p:nvCxnSpPr>
        <p:spPr>
          <a:xfrm>
            <a:off x="988290" y="1355042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kstvak 11">
            <a:extLst>
              <a:ext uri="{FF2B5EF4-FFF2-40B4-BE49-F238E27FC236}">
                <a16:creationId xmlns:a16="http://schemas.microsoft.com/office/drawing/2014/main" id="{1B3ADEE1-55BD-205E-CFD0-A03FFD47D218}"/>
              </a:ext>
            </a:extLst>
          </p:cNvPr>
          <p:cNvSpPr txBox="1"/>
          <p:nvPr/>
        </p:nvSpPr>
        <p:spPr>
          <a:xfrm>
            <a:off x="2057401" y="889238"/>
            <a:ext cx="96138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nl-NL" dirty="0"/>
              <a:t>De kernfunctionaliteit zit in processing.py. Deze wordt geïnitieerd in de </a:t>
            </a:r>
            <a:r>
              <a:rPr lang="nl-NL" dirty="0" err="1"/>
              <a:t>main</a:t>
            </a:r>
            <a:r>
              <a:rPr lang="nl-NL" dirty="0"/>
              <a:t>()-functie van main.py.</a:t>
            </a:r>
          </a:p>
        </p:txBody>
      </p:sp>
      <p:sp>
        <p:nvSpPr>
          <p:cNvPr id="16" name="TextBox 1">
            <a:extLst>
              <a:ext uri="{FF2B5EF4-FFF2-40B4-BE49-F238E27FC236}">
                <a16:creationId xmlns:a16="http://schemas.microsoft.com/office/drawing/2014/main" id="{34E00CF5-ABDC-E558-718A-D3C7A6E25FE8}"/>
              </a:ext>
            </a:extLst>
          </p:cNvPr>
          <p:cNvSpPr txBox="1"/>
          <p:nvPr/>
        </p:nvSpPr>
        <p:spPr>
          <a:xfrm>
            <a:off x="7403045" y="5686670"/>
            <a:ext cx="40741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2000" dirty="0"/>
              <a:t>Het is gebruikelijk om, net als in Java, een Pythonproject op te starten vanuit een </a:t>
            </a:r>
            <a:r>
              <a:rPr lang="nl-NL" sz="2000" dirty="0" err="1"/>
              <a:t>main</a:t>
            </a:r>
            <a:r>
              <a:rPr lang="nl-NL" sz="2000" dirty="0"/>
              <a:t>-bestand</a:t>
            </a:r>
          </a:p>
        </p:txBody>
      </p:sp>
    </p:spTree>
    <p:extLst>
      <p:ext uri="{BB962C8B-B14F-4D97-AF65-F5344CB8AC3E}">
        <p14:creationId xmlns:p14="http://schemas.microsoft.com/office/powerpoint/2010/main" val="2774720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0" grpId="0" animBg="1"/>
      <p:bldP spid="13" grpId="0" animBg="1"/>
      <p:bldP spid="21" grpId="0"/>
      <p:bldP spid="29" grpId="0"/>
      <p:bldP spid="1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52F9F-8BDF-C990-2597-6395EA2CC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kstvak 7">
            <a:extLst>
              <a:ext uri="{FF2B5EF4-FFF2-40B4-BE49-F238E27FC236}">
                <a16:creationId xmlns:a16="http://schemas.microsoft.com/office/drawing/2014/main" id="{DAC0C4D1-CED3-BA23-C1AB-4243B3176756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D82D85-06E3-A89D-F8AD-301C84951769}"/>
              </a:ext>
            </a:extLst>
          </p:cNvPr>
          <p:cNvSpPr txBox="1"/>
          <p:nvPr/>
        </p:nvSpPr>
        <p:spPr>
          <a:xfrm>
            <a:off x="988290" y="-990"/>
            <a:ext cx="11272132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De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uiteindelijke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“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driestapsraket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”</a:t>
            </a:r>
          </a:p>
        </p:txBody>
      </p: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594415ED-73A6-1E11-264C-C1066A7CA49D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">
            <a:extLst>
              <a:ext uri="{FF2B5EF4-FFF2-40B4-BE49-F238E27FC236}">
                <a16:creationId xmlns:a16="http://schemas.microsoft.com/office/drawing/2014/main" id="{35D025B6-EE88-7537-D9C6-754370CFEF9F}"/>
              </a:ext>
            </a:extLst>
          </p:cNvPr>
          <p:cNvSpPr txBox="1"/>
          <p:nvPr/>
        </p:nvSpPr>
        <p:spPr>
          <a:xfrm>
            <a:off x="1940460" y="1098835"/>
            <a:ext cx="13540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main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.py</a:t>
            </a:r>
            <a:endParaRPr lang="nl-NL" sz="2000" dirty="0"/>
          </a:p>
        </p:txBody>
      </p:sp>
      <p:sp>
        <p:nvSpPr>
          <p:cNvPr id="19" name="TextBox 1">
            <a:extLst>
              <a:ext uri="{FF2B5EF4-FFF2-40B4-BE49-F238E27FC236}">
                <a16:creationId xmlns:a16="http://schemas.microsoft.com/office/drawing/2014/main" id="{2EB3A907-C963-0BD7-6193-003F52DC0909}"/>
              </a:ext>
            </a:extLst>
          </p:cNvPr>
          <p:cNvSpPr txBox="1"/>
          <p:nvPr/>
        </p:nvSpPr>
        <p:spPr>
          <a:xfrm>
            <a:off x="5368862" y="961453"/>
            <a:ext cx="19806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script.py</a:t>
            </a:r>
          </a:p>
          <a:p>
            <a:pPr algn="ctr"/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(1 of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</a:rPr>
              <a:t>meer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  <a:endParaRPr lang="nl-NL" sz="2000" dirty="0"/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EB8DA046-7363-7159-6050-874B1C061255}"/>
              </a:ext>
            </a:extLst>
          </p:cNvPr>
          <p:cNvSpPr txBox="1"/>
          <p:nvPr/>
        </p:nvSpPr>
        <p:spPr>
          <a:xfrm>
            <a:off x="9883714" y="1167413"/>
            <a:ext cx="16948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settings.py</a:t>
            </a:r>
            <a:endParaRPr lang="nl-NL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2B83896-2CD0-7E0F-3BE0-3A7BD3FF96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046" y="1786764"/>
            <a:ext cx="2968062" cy="398538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F1993FD-B1ED-0DC6-6A23-07BDE7D1D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1437" y="2065912"/>
            <a:ext cx="846073" cy="113607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D870FE8-C643-91B3-9955-7858AC19ED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2772" y="1786764"/>
            <a:ext cx="2968062" cy="3985384"/>
          </a:xfrm>
          <a:prstGeom prst="rect">
            <a:avLst/>
          </a:prstGeom>
        </p:spPr>
      </p:pic>
      <p:cxnSp>
        <p:nvCxnSpPr>
          <p:cNvPr id="18" name="Rechte verbindingslijn met pijl 31">
            <a:extLst>
              <a:ext uri="{FF2B5EF4-FFF2-40B4-BE49-F238E27FC236}">
                <a16:creationId xmlns:a16="http://schemas.microsoft.com/office/drawing/2014/main" id="{FE2C9B27-D2FB-7E1F-6500-77133277DB4D}"/>
              </a:ext>
            </a:extLst>
          </p:cNvPr>
          <p:cNvCxnSpPr>
            <a:cxnSpLocks/>
          </p:cNvCxnSpPr>
          <p:nvPr/>
        </p:nvCxnSpPr>
        <p:spPr>
          <a:xfrm>
            <a:off x="4088108" y="4024192"/>
            <a:ext cx="2007892" cy="0"/>
          </a:xfrm>
          <a:prstGeom prst="straightConnector1">
            <a:avLst/>
          </a:prstGeom>
          <a:ln w="76200">
            <a:solidFill>
              <a:srgbClr val="829C3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Rechte verbindingslijn met pijl 31">
            <a:extLst>
              <a:ext uri="{FF2B5EF4-FFF2-40B4-BE49-F238E27FC236}">
                <a16:creationId xmlns:a16="http://schemas.microsoft.com/office/drawing/2014/main" id="{61641566-F82A-A8BE-2221-3F2DB162DC76}"/>
              </a:ext>
            </a:extLst>
          </p:cNvPr>
          <p:cNvCxnSpPr>
            <a:cxnSpLocks/>
          </p:cNvCxnSpPr>
          <p:nvPr/>
        </p:nvCxnSpPr>
        <p:spPr>
          <a:xfrm flipV="1">
            <a:off x="6917508" y="4017404"/>
            <a:ext cx="2174674" cy="6788"/>
          </a:xfrm>
          <a:prstGeom prst="straightConnector1">
            <a:avLst/>
          </a:prstGeom>
          <a:ln w="76200">
            <a:solidFill>
              <a:srgbClr val="829C3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2163EA4E-5453-6710-CB9A-6D0C5D73E1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1436" y="3656019"/>
            <a:ext cx="846073" cy="113607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0F872F6-2A41-71BE-B541-65F44AE91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1435" y="5246126"/>
            <a:ext cx="846073" cy="1136070"/>
          </a:xfrm>
          <a:prstGeom prst="rect">
            <a:avLst/>
          </a:prstGeom>
        </p:spPr>
      </p:pic>
      <p:cxnSp>
        <p:nvCxnSpPr>
          <p:cNvPr id="32" name="Rechte verbindingslijn met pijl 31">
            <a:extLst>
              <a:ext uri="{FF2B5EF4-FFF2-40B4-BE49-F238E27FC236}">
                <a16:creationId xmlns:a16="http://schemas.microsoft.com/office/drawing/2014/main" id="{9EE38FD3-3BFF-EEC9-F3AF-BBFD8427D78D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4078340" y="2633947"/>
            <a:ext cx="1993097" cy="1383457"/>
          </a:xfrm>
          <a:prstGeom prst="straightConnector1">
            <a:avLst/>
          </a:prstGeom>
          <a:ln w="76200">
            <a:solidFill>
              <a:srgbClr val="829C3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Rechte verbindingslijn met pijl 31">
            <a:extLst>
              <a:ext uri="{FF2B5EF4-FFF2-40B4-BE49-F238E27FC236}">
                <a16:creationId xmlns:a16="http://schemas.microsoft.com/office/drawing/2014/main" id="{245470D4-C924-01E2-D990-C7FED6794180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4088107" y="4024192"/>
            <a:ext cx="1983328" cy="1789969"/>
          </a:xfrm>
          <a:prstGeom prst="straightConnector1">
            <a:avLst/>
          </a:prstGeom>
          <a:ln w="76200">
            <a:solidFill>
              <a:srgbClr val="829C3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Rechte verbindingslijn met pijl 31">
            <a:extLst>
              <a:ext uri="{FF2B5EF4-FFF2-40B4-BE49-F238E27FC236}">
                <a16:creationId xmlns:a16="http://schemas.microsoft.com/office/drawing/2014/main" id="{AE06BA1D-612B-B64F-AF53-A4336285C8EA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6917510" y="2633947"/>
            <a:ext cx="2260780" cy="1233284"/>
          </a:xfrm>
          <a:prstGeom prst="straightConnector1">
            <a:avLst/>
          </a:prstGeom>
          <a:ln w="76200">
            <a:solidFill>
              <a:srgbClr val="829C3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Rechte verbindingslijn met pijl 31">
            <a:extLst>
              <a:ext uri="{FF2B5EF4-FFF2-40B4-BE49-F238E27FC236}">
                <a16:creationId xmlns:a16="http://schemas.microsoft.com/office/drawing/2014/main" id="{0F0C2F40-7241-EFFB-C156-88ACADC60C87}"/>
              </a:ext>
            </a:extLst>
          </p:cNvPr>
          <p:cNvCxnSpPr>
            <a:cxnSpLocks/>
            <a:stCxn id="30" idx="3"/>
          </p:cNvCxnSpPr>
          <p:nvPr/>
        </p:nvCxnSpPr>
        <p:spPr>
          <a:xfrm flipV="1">
            <a:off x="6917508" y="4166590"/>
            <a:ext cx="2174674" cy="1647571"/>
          </a:xfrm>
          <a:prstGeom prst="straightConnector1">
            <a:avLst/>
          </a:prstGeom>
          <a:ln w="76200">
            <a:solidFill>
              <a:srgbClr val="829C3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1">
            <a:extLst>
              <a:ext uri="{FF2B5EF4-FFF2-40B4-BE49-F238E27FC236}">
                <a16:creationId xmlns:a16="http://schemas.microsoft.com/office/drawing/2014/main" id="{BFED6427-D5F9-96D4-C192-7258E77F3B63}"/>
              </a:ext>
            </a:extLst>
          </p:cNvPr>
          <p:cNvSpPr txBox="1"/>
          <p:nvPr/>
        </p:nvSpPr>
        <p:spPr>
          <a:xfrm>
            <a:off x="1404946" y="5845145"/>
            <a:ext cx="23982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2000" dirty="0"/>
              <a:t>“</a:t>
            </a:r>
            <a:r>
              <a:rPr lang="nl-NL" sz="2000"/>
              <a:t>import script”</a:t>
            </a:r>
            <a:endParaRPr lang="nl-NL" sz="2000" dirty="0"/>
          </a:p>
        </p:txBody>
      </p:sp>
      <p:sp>
        <p:nvSpPr>
          <p:cNvPr id="46" name="TextBox 1">
            <a:extLst>
              <a:ext uri="{FF2B5EF4-FFF2-40B4-BE49-F238E27FC236}">
                <a16:creationId xmlns:a16="http://schemas.microsoft.com/office/drawing/2014/main" id="{4EBD49D2-8DF3-6CA8-7314-7D06787C9C35}"/>
              </a:ext>
            </a:extLst>
          </p:cNvPr>
          <p:cNvSpPr txBox="1"/>
          <p:nvPr/>
        </p:nvSpPr>
        <p:spPr>
          <a:xfrm>
            <a:off x="4372646" y="6457890"/>
            <a:ext cx="4503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2000" dirty="0"/>
              <a:t>“</a:t>
            </a:r>
            <a:r>
              <a:rPr lang="nl-NL" sz="2000" dirty="0" err="1"/>
              <a:t>from</a:t>
            </a:r>
            <a:r>
              <a:rPr lang="nl-NL" sz="2000" dirty="0"/>
              <a:t> </a:t>
            </a:r>
            <a:r>
              <a:rPr lang="nl-NL" sz="2000" dirty="0" err="1"/>
              <a:t>settings</a:t>
            </a:r>
            <a:r>
              <a:rPr lang="nl-NL" sz="2000" dirty="0"/>
              <a:t> import </a:t>
            </a:r>
            <a:r>
              <a:rPr lang="nl-NL" sz="2000" dirty="0" err="1"/>
              <a:t>settings</a:t>
            </a:r>
            <a:r>
              <a:rPr lang="nl-NL" sz="2000" dirty="0"/>
              <a:t>, logger”</a:t>
            </a:r>
          </a:p>
        </p:txBody>
      </p:sp>
    </p:spTree>
    <p:extLst>
      <p:ext uri="{BB962C8B-B14F-4D97-AF65-F5344CB8AC3E}">
        <p14:creationId xmlns:p14="http://schemas.microsoft.com/office/powerpoint/2010/main" val="1035854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4" grpId="0"/>
      <p:bldP spid="45" grpId="0"/>
      <p:bldP spid="4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8836E-6531-B080-70A6-CD4B29887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1364" y="6381345"/>
            <a:ext cx="2743200" cy="365125"/>
          </a:xfrm>
        </p:spPr>
        <p:txBody>
          <a:bodyPr/>
          <a:lstStyle/>
          <a:p>
            <a:fld id="{587C737D-49A5-4740-8401-0C4DFF2B9D4A}" type="slidenum">
              <a:rPr lang="nl-NL" smtClean="0"/>
              <a:pPr/>
              <a:t>24</a:t>
            </a:fld>
            <a:endParaRPr lang="nl-NL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7CD2F944-88DB-C3A7-45F7-E30B87964246}"/>
              </a:ext>
            </a:extLst>
          </p:cNvPr>
          <p:cNvSpPr txBox="1"/>
          <p:nvPr/>
        </p:nvSpPr>
        <p:spPr>
          <a:xfrm>
            <a:off x="3255649" y="0"/>
            <a:ext cx="6493163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Na </a:t>
            </a:r>
            <a:r>
              <a:rPr lang="en-US" sz="3000" b="1" err="1">
                <a:solidFill>
                  <a:srgbClr val="829C30"/>
                </a:solidFill>
                <a:latin typeface="Arial"/>
                <a:ea typeface="MS PGothic" charset="0"/>
              </a:rPr>
              <a:t>vandaag</a:t>
            </a:r>
            <a:r>
              <a:rPr lang="en-US" sz="3000" b="1">
                <a:solidFill>
                  <a:srgbClr val="829C30"/>
                </a:solidFill>
                <a:latin typeface="Arial"/>
                <a:ea typeface="MS PGothic" charset="0"/>
              </a:rPr>
              <a:t>…</a:t>
            </a:r>
          </a:p>
        </p:txBody>
      </p:sp>
      <p:sp>
        <p:nvSpPr>
          <p:cNvPr id="7" name="Tekstvak 7">
            <a:extLst>
              <a:ext uri="{FF2B5EF4-FFF2-40B4-BE49-F238E27FC236}">
                <a16:creationId xmlns:a16="http://schemas.microsoft.com/office/drawing/2014/main" id="{44D485DA-CE64-C41D-89EA-EE617D43532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pic>
        <p:nvPicPr>
          <p:cNvPr id="1026" name="Picture 2" descr="Venn Diagram | DHH Resources for Teachers | UMN">
            <a:extLst>
              <a:ext uri="{FF2B5EF4-FFF2-40B4-BE49-F238E27FC236}">
                <a16:creationId xmlns:a16="http://schemas.microsoft.com/office/drawing/2014/main" id="{7ED165F3-95C7-4DFE-96C3-50E651F0E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863" y="1025768"/>
            <a:ext cx="11101137" cy="5894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490D3E-EF89-C010-3F4B-F601B3E08A37}"/>
              </a:ext>
            </a:extLst>
          </p:cNvPr>
          <p:cNvSpPr txBox="1"/>
          <p:nvPr/>
        </p:nvSpPr>
        <p:spPr>
          <a:xfrm>
            <a:off x="3576418" y="683609"/>
            <a:ext cx="1751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Ken/</a:t>
            </a:r>
            <a:r>
              <a:rPr lang="en-US" b="1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weet</a:t>
            </a:r>
            <a:r>
              <a:rPr lang="en-US" b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je…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0EF7E7-CD2F-7741-9C29-123FB8D93DDC}"/>
              </a:ext>
            </a:extLst>
          </p:cNvPr>
          <p:cNvSpPr txBox="1"/>
          <p:nvPr/>
        </p:nvSpPr>
        <p:spPr>
          <a:xfrm>
            <a:off x="8107256" y="703521"/>
            <a:ext cx="1131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Kan je…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0320AE-CE57-9D64-F411-B113070D2BCC}"/>
              </a:ext>
            </a:extLst>
          </p:cNvPr>
          <p:cNvSpPr txBox="1"/>
          <p:nvPr/>
        </p:nvSpPr>
        <p:spPr>
          <a:xfrm>
            <a:off x="5808945" y="2475078"/>
            <a:ext cx="136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HC </a:t>
            </a:r>
            <a:r>
              <a:rPr lang="en-US" b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WC</a:t>
            </a:r>
            <a:endParaRPr lang="en-US" b="1" dirty="0">
              <a:solidFill>
                <a:srgbClr val="2133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30" name="Picture 6" descr="Smile Emoji Happy - Free vector graphic on Pixabay">
            <a:extLst>
              <a:ext uri="{FF2B5EF4-FFF2-40B4-BE49-F238E27FC236}">
                <a16:creationId xmlns:a16="http://schemas.microsoft.com/office/drawing/2014/main" id="{A359608D-0FAD-B299-A99E-0045AC944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540" y="3275345"/>
            <a:ext cx="1523028" cy="1523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BAD723B-5928-12D5-4623-9987E18E1F55}"/>
              </a:ext>
            </a:extLst>
          </p:cNvPr>
          <p:cNvSpPr txBox="1"/>
          <p:nvPr/>
        </p:nvSpPr>
        <p:spPr>
          <a:xfrm>
            <a:off x="7403345" y="1454790"/>
            <a:ext cx="25708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uit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DataFrames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filteren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aggregeren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samenvoegen</a:t>
            </a:r>
            <a:endParaRPr lang="en-US" dirty="0">
              <a:solidFill>
                <a:srgbClr val="2133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38445A-45D3-7C98-56F6-3E54DD78BFFD}"/>
              </a:ext>
            </a:extLst>
          </p:cNvPr>
          <p:cNvSpPr txBox="1"/>
          <p:nvPr/>
        </p:nvSpPr>
        <p:spPr>
          <a:xfrm>
            <a:off x="3255649" y="1434878"/>
            <a:ext cx="27706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Verschillende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programmeertechnieken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per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selectie-actie</a:t>
            </a:r>
            <a:endParaRPr lang="en-US" dirty="0">
              <a:solidFill>
                <a:srgbClr val="2133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6">
            <a:extLst>
              <a:ext uri="{FF2B5EF4-FFF2-40B4-BE49-F238E27FC236}">
                <a16:creationId xmlns:a16="http://schemas.microsoft.com/office/drawing/2014/main" id="{C287913D-FC7C-556A-BA05-D209769715A4}"/>
              </a:ext>
            </a:extLst>
          </p:cNvPr>
          <p:cNvSpPr txBox="1"/>
          <p:nvPr/>
        </p:nvSpPr>
        <p:spPr>
          <a:xfrm>
            <a:off x="1729646" y="2652376"/>
            <a:ext cx="32831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Wanneer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je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welke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ingebouwde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pandasfunctie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–parameter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moet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55D670AF-CA2A-7CD3-78E6-04E7618049BC}"/>
              </a:ext>
            </a:extLst>
          </p:cNvPr>
          <p:cNvSpPr txBox="1"/>
          <p:nvPr/>
        </p:nvSpPr>
        <p:spPr>
          <a:xfrm>
            <a:off x="8107256" y="2702119"/>
            <a:ext cx="33040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Door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DataFrames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om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complexere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bewerkingsacties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uit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voeren</a:t>
            </a:r>
            <a:endParaRPr lang="en-US" dirty="0">
              <a:solidFill>
                <a:srgbClr val="2133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16">
            <a:extLst>
              <a:ext uri="{FF2B5EF4-FFF2-40B4-BE49-F238E27FC236}">
                <a16:creationId xmlns:a16="http://schemas.microsoft.com/office/drawing/2014/main" id="{D4A02A64-8FE2-792E-7173-2DC43BD098C7}"/>
              </a:ext>
            </a:extLst>
          </p:cNvPr>
          <p:cNvSpPr txBox="1"/>
          <p:nvPr/>
        </p:nvSpPr>
        <p:spPr>
          <a:xfrm>
            <a:off x="1588108" y="3845915"/>
            <a:ext cx="33350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Waarom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Jupyter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Notebooks minder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geschikt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zijn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om op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leveren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aan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klanten</a:t>
            </a:r>
            <a:endParaRPr lang="en-US" dirty="0">
              <a:solidFill>
                <a:srgbClr val="2133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7E3A31-CC5C-65D0-AE3F-C82105742234}"/>
              </a:ext>
            </a:extLst>
          </p:cNvPr>
          <p:cNvSpPr txBox="1"/>
          <p:nvPr/>
        </p:nvSpPr>
        <p:spPr>
          <a:xfrm>
            <a:off x="8387674" y="3947696"/>
            <a:ext cx="2743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Jupyter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Notebook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opknippen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meerdere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Pythonbestanden</a:t>
            </a:r>
            <a:endParaRPr lang="en-US" dirty="0">
              <a:solidFill>
                <a:srgbClr val="2133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6">
            <a:extLst>
              <a:ext uri="{FF2B5EF4-FFF2-40B4-BE49-F238E27FC236}">
                <a16:creationId xmlns:a16="http://schemas.microsoft.com/office/drawing/2014/main" id="{9B307045-A054-C14E-CF72-7CF7C9B11723}"/>
              </a:ext>
            </a:extLst>
          </p:cNvPr>
          <p:cNvSpPr txBox="1"/>
          <p:nvPr/>
        </p:nvSpPr>
        <p:spPr>
          <a:xfrm>
            <a:off x="2786724" y="5274605"/>
            <a:ext cx="30579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Welke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Pythonbestanden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je in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project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minimaal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moet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creëren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hoe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zij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elkaar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aan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kunnen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roepen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2" name="TextBox 18">
            <a:extLst>
              <a:ext uri="{FF2B5EF4-FFF2-40B4-BE49-F238E27FC236}">
                <a16:creationId xmlns:a16="http://schemas.microsoft.com/office/drawing/2014/main" id="{122E8399-0D8A-6D42-3D0B-0B5678CFD30A}"/>
              </a:ext>
            </a:extLst>
          </p:cNvPr>
          <p:cNvSpPr txBox="1"/>
          <p:nvPr/>
        </p:nvSpPr>
        <p:spPr>
          <a:xfrm>
            <a:off x="7658868" y="5252963"/>
            <a:ext cx="26719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Pythonproject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creëren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“executable” is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vanaf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“command lines”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“terminals”</a:t>
            </a:r>
          </a:p>
        </p:txBody>
      </p:sp>
    </p:spTree>
    <p:extLst>
      <p:ext uri="{BB962C8B-B14F-4D97-AF65-F5344CB8AC3E}">
        <p14:creationId xmlns:p14="http://schemas.microsoft.com/office/powerpoint/2010/main" val="830348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2f5a426-4411-422f-b9c8-9b9c919dd02d">
      <Terms xmlns="http://schemas.microsoft.com/office/infopath/2007/PartnerControls"/>
    </lcf76f155ced4ddcb4097134ff3c332f>
    <TaxCatchAll xmlns="d11bdb94-d558-4ffe-a4b0-092cbde21480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69D13FFC5C7A4C8E8F8F4D202D83D0" ma:contentTypeVersion="16" ma:contentTypeDescription="Een nieuw document maken." ma:contentTypeScope="" ma:versionID="230dde9950719e9da15dc536d53cc212">
  <xsd:schema xmlns:xsd="http://www.w3.org/2001/XMLSchema" xmlns:xs="http://www.w3.org/2001/XMLSchema" xmlns:p="http://schemas.microsoft.com/office/2006/metadata/properties" xmlns:ns2="32f5a426-4411-422f-b9c8-9b9c919dd02d" xmlns:ns3="597a471e-0b75-4fc5-bc4a-75c43d0a6ad2" xmlns:ns4="d11bdb94-d558-4ffe-a4b0-092cbde21480" targetNamespace="http://schemas.microsoft.com/office/2006/metadata/properties" ma:root="true" ma:fieldsID="39875308ffdd612a3cf840571ad041e7" ns2:_="" ns3:_="" ns4:_="">
    <xsd:import namespace="32f5a426-4411-422f-b9c8-9b9c919dd02d"/>
    <xsd:import namespace="597a471e-0b75-4fc5-bc4a-75c43d0a6ad2"/>
    <xsd:import namespace="d11bdb94-d558-4ffe-a4b0-092cbde214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f5a426-4411-422f-b9c8-9b9c919dd0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Afbeeldingtags" ma:readOnly="false" ma:fieldId="{5cf76f15-5ced-4ddc-b409-7134ff3c332f}" ma:taxonomyMulti="true" ma:sspId="9cfe35b6-4a65-43a7-bc9f-cf1ea54c88f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7a471e-0b75-4fc5-bc4a-75c43d0a6ad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1bdb94-d558-4ffe-a4b0-092cbde21480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26a33bc-5304-44c1-9510-c7646694e7db}" ma:internalName="TaxCatchAll" ma:showField="CatchAllData" ma:web="597a471e-0b75-4fc5-bc4a-75c43d0a6ad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4ABF52C-53BE-4A27-AAB5-3F6753302E2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D86E33E-F13B-4DA2-8FD8-05C64769B950}">
  <ds:schemaRefs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http://purl.org/dc/terms/"/>
    <ds:schemaRef ds:uri="http://schemas.microsoft.com/office/2006/documentManagement/types"/>
    <ds:schemaRef ds:uri="32f5a426-4411-422f-b9c8-9b9c919dd02d"/>
    <ds:schemaRef ds:uri="http://purl.org/dc/elements/1.1/"/>
    <ds:schemaRef ds:uri="d11bdb94-d558-4ffe-a4b0-092cbde21480"/>
    <ds:schemaRef ds:uri="597a471e-0b75-4fc5-bc4a-75c43d0a6ad2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F43BD6A2-6485-4ACA-9EF9-B86F510926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2f5a426-4411-422f-b9c8-9b9c919dd02d"/>
    <ds:schemaRef ds:uri="597a471e-0b75-4fc5-bc4a-75c43d0a6ad2"/>
    <ds:schemaRef ds:uri="d11bdb94-d558-4ffe-a4b0-092cbde214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</TotalTime>
  <Words>1916</Words>
  <Application>Microsoft Office PowerPoint</Application>
  <PresentationFormat>Widescreen</PresentationFormat>
  <Paragraphs>246</Paragraphs>
  <Slides>24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-apple-system</vt:lpstr>
      <vt:lpstr>Arial</vt:lpstr>
      <vt:lpstr>Calibri</vt:lpstr>
      <vt:lpstr>Calibri Light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Haagse Hogeschool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Jelle van Barneveld</dc:creator>
  <cp:lastModifiedBy>Jelle van Barneveld</cp:lastModifiedBy>
  <cp:revision>1</cp:revision>
  <dcterms:created xsi:type="dcterms:W3CDTF">2022-11-02T10:35:39Z</dcterms:created>
  <dcterms:modified xsi:type="dcterms:W3CDTF">2025-02-12T12:17:03Z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0x0101007769D13FFC5C7A4C8E8F8F4D202D83D0</vt:lpwstr>
  </property>
  <property fmtid="{D5CDD505-2E9C-101B-9397-08002B2CF9AE}" pid="3" name="MediaServiceImageTags">
    <vt:lpwstr/>
  </property>
</Properties>
</file>