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454" r:id="rId5"/>
    <p:sldId id="258" r:id="rId6"/>
    <p:sldId id="459" r:id="rId7"/>
    <p:sldId id="460" r:id="rId8"/>
    <p:sldId id="291" r:id="rId9"/>
    <p:sldId id="461" r:id="rId10"/>
    <p:sldId id="292" r:id="rId11"/>
    <p:sldId id="293" r:id="rId12"/>
    <p:sldId id="294" r:id="rId13"/>
    <p:sldId id="462" r:id="rId14"/>
    <p:sldId id="463" r:id="rId15"/>
    <p:sldId id="464" r:id="rId16"/>
    <p:sldId id="465" r:id="rId17"/>
    <p:sldId id="466" r:id="rId18"/>
    <p:sldId id="467" r:id="rId19"/>
    <p:sldId id="4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954" autoAdjust="0"/>
  </p:normalViewPr>
  <p:slideViewPr>
    <p:cSldViewPr snapToGrid="0">
      <p:cViewPr varScale="1">
        <p:scale>
          <a:sx n="74" d="100"/>
          <a:sy n="74" d="100"/>
        </p:scale>
        <p:origin x="1013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lle van Barneveld" userId="bc7ecfdf-3719-43bf-9ebf-4e7030cd4705" providerId="ADAL" clId="{8FBCD94A-1B0B-4C78-B10A-8D7F43414B78}"/>
    <pc:docChg chg="undo custSel addSld delSld modSld sldOrd">
      <pc:chgData name="Jelle van Barneveld" userId="bc7ecfdf-3719-43bf-9ebf-4e7030cd4705" providerId="ADAL" clId="{8FBCD94A-1B0B-4C78-B10A-8D7F43414B78}" dt="2026-02-02T17:45:17.606" v="5914" actId="20577"/>
      <pc:docMkLst>
        <pc:docMk/>
      </pc:docMkLst>
      <pc:sldChg chg="delSp modSp add mod addAnim delAnim modAnim">
        <pc:chgData name="Jelle van Barneveld" userId="bc7ecfdf-3719-43bf-9ebf-4e7030cd4705" providerId="ADAL" clId="{8FBCD94A-1B0B-4C78-B10A-8D7F43414B78}" dt="2026-02-02T17:44:25.283" v="5876"/>
        <pc:sldMkLst>
          <pc:docMk/>
          <pc:sldMk cId="386274684" sldId="258"/>
        </pc:sldMkLst>
        <pc:spChg chg="del mod">
          <ac:chgData name="Jelle van Barneveld" userId="bc7ecfdf-3719-43bf-9ebf-4e7030cd4705" providerId="ADAL" clId="{8FBCD94A-1B0B-4C78-B10A-8D7F43414B78}" dt="2026-02-02T17:44:25.283" v="5876"/>
          <ac:spMkLst>
            <pc:docMk/>
            <pc:sldMk cId="386274684" sldId="258"/>
            <ac:spMk id="2" creationId="{AB055838-C7ED-88C2-08DF-B247E02AFBB8}"/>
          </ac:spMkLst>
        </pc:spChg>
        <pc:spChg chg="del">
          <ac:chgData name="Jelle van Barneveld" userId="bc7ecfdf-3719-43bf-9ebf-4e7030cd4705" providerId="ADAL" clId="{8FBCD94A-1B0B-4C78-B10A-8D7F43414B78}" dt="2026-02-02T17:38:46.846" v="5873" actId="478"/>
          <ac:spMkLst>
            <pc:docMk/>
            <pc:sldMk cId="386274684" sldId="258"/>
            <ac:spMk id="16" creationId="{CEDFF05B-E41C-D153-C4AC-597564F3839A}"/>
          </ac:spMkLst>
        </pc:spChg>
      </pc:sldChg>
      <pc:sldChg chg="add del">
        <pc:chgData name="Jelle van Barneveld" userId="bc7ecfdf-3719-43bf-9ebf-4e7030cd4705" providerId="ADAL" clId="{8FBCD94A-1B0B-4C78-B10A-8D7F43414B78}" dt="2026-02-02T17:44:52.267" v="5883" actId="2696"/>
        <pc:sldMkLst>
          <pc:docMk/>
          <pc:sldMk cId="1621250331" sldId="272"/>
        </pc:sldMkLst>
      </pc:sldChg>
      <pc:sldChg chg="del">
        <pc:chgData name="Jelle van Barneveld" userId="bc7ecfdf-3719-43bf-9ebf-4e7030cd4705" providerId="ADAL" clId="{8FBCD94A-1B0B-4C78-B10A-8D7F43414B78}" dt="2026-02-02T17:44:31.885" v="5878" actId="2696"/>
        <pc:sldMkLst>
          <pc:docMk/>
          <pc:sldMk cId="2909941938" sldId="285"/>
        </pc:sldMkLst>
      </pc:sldChg>
      <pc:sldChg chg="modSp mod">
        <pc:chgData name="Jelle van Barneveld" userId="bc7ecfdf-3719-43bf-9ebf-4e7030cd4705" providerId="ADAL" clId="{8FBCD94A-1B0B-4C78-B10A-8D7F43414B78}" dt="2026-02-02T17:45:17.606" v="5914" actId="20577"/>
        <pc:sldMkLst>
          <pc:docMk/>
          <pc:sldMk cId="3741802780" sldId="454"/>
        </pc:sldMkLst>
        <pc:spChg chg="mod">
          <ac:chgData name="Jelle van Barneveld" userId="bc7ecfdf-3719-43bf-9ebf-4e7030cd4705" providerId="ADAL" clId="{8FBCD94A-1B0B-4C78-B10A-8D7F43414B78}" dt="2026-02-02T17:45:17.606" v="5914" actId="20577"/>
          <ac:spMkLst>
            <pc:docMk/>
            <pc:sldMk cId="3741802780" sldId="454"/>
            <ac:spMk id="4" creationId="{3FBF8A5A-16C3-CB90-D555-97EC04487BDB}"/>
          </ac:spMkLst>
        </pc:spChg>
      </pc:sldChg>
      <pc:sldChg chg="del">
        <pc:chgData name="Jelle van Barneveld" userId="bc7ecfdf-3719-43bf-9ebf-4e7030cd4705" providerId="ADAL" clId="{8FBCD94A-1B0B-4C78-B10A-8D7F43414B78}" dt="2026-02-02T17:44:27.075" v="5877" actId="47"/>
        <pc:sldMkLst>
          <pc:docMk/>
          <pc:sldMk cId="1828246656" sldId="456"/>
        </pc:sldMkLst>
      </pc:sldChg>
      <pc:sldChg chg="add del">
        <pc:chgData name="Jelle van Barneveld" userId="bc7ecfdf-3719-43bf-9ebf-4e7030cd4705" providerId="ADAL" clId="{8FBCD94A-1B0B-4C78-B10A-8D7F43414B78}" dt="2026-02-02T17:44:52.267" v="5883" actId="2696"/>
        <pc:sldMkLst>
          <pc:docMk/>
          <pc:sldMk cId="2564587758" sldId="457"/>
        </pc:sldMkLst>
      </pc:sldChg>
      <pc:sldChg chg="add del">
        <pc:chgData name="Jelle van Barneveld" userId="bc7ecfdf-3719-43bf-9ebf-4e7030cd4705" providerId="ADAL" clId="{8FBCD94A-1B0B-4C78-B10A-8D7F43414B78}" dt="2026-02-02T17:44:52.267" v="5883" actId="2696"/>
        <pc:sldMkLst>
          <pc:docMk/>
          <pc:sldMk cId="251457636" sldId="4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B41D0E-EB88-4749-89F8-9DFB374F9C1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88B787-19A5-4841-9136-A8C6238BB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1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defTabSz="477838" rtl="0" eaLnBrk="0" fontAlgn="base" latinLnBrk="0" hangingPunct="0">
              <a:lnSpc>
                <a:spcPct val="100000"/>
              </a:lnSpc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>
                <a:tab pos="755650" algn="l"/>
                <a:tab pos="1511300" algn="l"/>
                <a:tab pos="2268538" algn="l"/>
                <a:tab pos="3024188" algn="l"/>
              </a:tabLst>
              <a:defRPr/>
            </a:pPr>
            <a:fld id="{F751C962-19B1-E941-BF11-D365F135F8D5}" type="slidenum"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charset="0"/>
              </a:rPr>
              <a:pPr marL="0" marR="0" lvl="0" indent="0" algn="r" defTabSz="477838" rtl="0" eaLnBrk="0" fontAlgn="base" latinLnBrk="0" hangingPunct="0">
                <a:lnSpc>
                  <a:spcPct val="100000"/>
                </a:lnSpc>
                <a:spcBef>
                  <a:spcPts val="7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755650" algn="l"/>
                  <a:tab pos="1511300" algn="l"/>
                  <a:tab pos="2268538" algn="l"/>
                  <a:tab pos="3024188" algn="l"/>
                </a:tabLst>
                <a:defRPr/>
              </a:pPr>
              <a:t>1</a:t>
            </a:fld>
            <a:endParaRPr kumimoji="0" lang="en-GB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184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A4FE2-9F0D-52B0-329E-BEEDB4DC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88DEB44-6CE1-549E-8F01-7990D5F08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497A789-37FC-9CEE-630F-07EB72A0E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76DF365-5CD1-C724-6F33-D1A4486B1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45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12E26-E486-F25E-44E5-16591270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BF32485-2728-4679-CAF8-14E13F280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9C036F4-A299-96DA-FEBC-575701B04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3BE7138-5EF8-C9A9-E7BF-721C17408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28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681D4-72CD-B545-72BD-20C4D75B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746D62D-3373-C0EF-65C0-DA6140E9F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7930CB4-A812-0CF4-8236-FC1161A4C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C6483E4-421D-E935-BFB2-1E7835153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00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C2E4-8337-E79C-5F55-9CB848938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C8BA5B9-E90B-96A4-3B0D-3C5F504BE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C7CBF3A-8746-9B7F-25B8-0F4836DE3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1BC350D-8DC2-F5E2-3166-0A3112426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37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60F60-A6AE-C196-2D89-CB266ECC1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CAE3960-6E9E-E6B4-E78C-D1C68F5CC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362155F-5C8C-7AD8-B33A-20F71E0C8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C36E117-8CF9-6DAF-AE10-19C6A7EB4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04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384AF-C285-BCC7-1369-6709161C8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3A14A32-8F03-59AB-3E1D-7A8484AD3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EECC9AB-0DE8-5A87-A471-48D68B05B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C39E18A-D699-1DFB-3AEF-D225E8D9C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57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768B4-9631-9FBA-B020-39C137A8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63BD0F7-8CCC-E9B5-1430-DD70ADF6C7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4410BEA-F164-F056-C3A0-2A61F8F21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96364AC-898E-13DB-87E1-D71346CF4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20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6EC42-C850-398F-8616-A385E192D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93B7F21-B217-78BD-A790-35A70A94C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37A5123-5AC2-F0E4-F03C-BA6B7E72E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7C98F0-EBA5-169D-4C8C-192880350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69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A3196-2361-2E27-B1CB-C2653D20E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82B5BED-FB11-4ACA-7C66-DC437E467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91CF90A-D59A-21AE-15F3-5C7AED443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E3E2FB3-842D-9EC3-76B3-D77931ABDC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50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C6FDB-AD52-459E-D5EE-8D91C2DD9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E1A87BB-48F0-22D2-3F10-88C06851A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4BE0F26-FE7A-B0D0-3174-31A347E7B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280AA8D-6661-3BAF-8004-16099A1A2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26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2035-F304-F967-5CB9-54281B616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25881D7-F520-5DA9-2784-FA67D069C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B42FAF5-C9E2-BB63-141E-B62E9654E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C4901A3-4C18-FE49-3EB2-3A2C1431B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46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54E1A-2FB1-CBE9-78B5-83C3E5AAC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C97FD62-32A7-0595-0BE6-26AC86D41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A71E7D9-14DC-E316-639F-EF4FB6720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9432263-8383-505C-1185-BDD05A145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7517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AE8DA-99C0-3606-4F4C-AE03D1432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959D82A-4DC9-D03B-973C-7CC7EA2C5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3DF65C9-85B0-5B7F-E9B7-08A80008B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8242C13-FEDD-46CC-331F-8831FD999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22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6E09-0CF7-15FE-56AE-AE2E7006B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2C46A-8596-B33A-41BF-366F0B9C7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80EAD-293B-3E82-7011-9362B185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DC25E-D1B9-004D-65A4-A9F2925A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C643-E9BF-9350-BA5B-D59CDAF2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46637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AC38-465A-FCC3-19DB-3C9769EC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73C0E-B795-CB22-8144-DEBE8E52D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83648-CD85-36A6-CD18-E358C188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4FC97-521F-4024-F7E5-F39DC51A0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B9FE3-1390-D2E6-7A7F-5DB9A4FD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86675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95CC-9A3B-32C7-26FA-7633AA54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676F7-064C-4F26-1F72-ABFA718DE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17449-E52C-836C-22C1-A220B80D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EDBA3-7981-A147-894E-FBFEBC4E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A01B8-6A5C-FB02-094E-4E81295A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44010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475C-EE23-3178-A543-73FB811C5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8AB17-626A-5333-0A6E-CB12FEA6D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13F0F-4796-84F5-DBE7-43D61AD83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6BAF8-6E9E-0047-C4AF-6160F273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037A4-3D45-7E03-AF61-940775F3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FC9BB-0E76-AB74-BDB5-D56968BC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853726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D902-B76B-0D3B-7D8E-EC62DB73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87664-4DB7-3A7A-9154-32CA8884A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F2F29-D106-938C-7A85-CC58AA8C9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8DE05-771E-EAF7-B5AD-DB62810DD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AFE87-8F2D-F296-E5BE-76C0F381E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ADE75-237D-46D1-ACCC-056D7986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50C1E-DB96-C177-6BCD-6837B457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5317B8-7B96-056C-C7A6-38D4E1FE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182736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30FC-7829-8CDA-4A7A-B763E7F01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884C6-40AE-7A1A-646F-FDB97DF4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C0B22-A8AB-852C-7952-E20D6422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1647F-ACAF-E312-C8BB-7F265E5E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666432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69462-9FEA-5D88-EE00-E187BAA4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7087A-F4BC-7377-70F3-0A571BD7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184FF-048E-0634-23CE-F08BC130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4056406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0A2F-4D46-B289-C61D-EBEAFA11E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F170F-AB91-8E12-212F-57BF04301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1F1DB-E4ED-A226-CC84-D5BC80092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7C25F-3269-1F4E-CECA-5F2EF445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E8728-A678-4921-52FF-FAC84DAB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F1AA8-97A5-DAD4-C8BC-65BC563F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810437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CA4B-6237-DD8B-3CF0-8F9C6FB9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42D31B-B7BB-010A-4AA4-79370FF57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D15A3-2F7F-E910-4E49-0319EF17F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3E74-A348-3972-B8B8-EF901921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FB359-D110-649F-2709-F12065329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FDCBB-7F8D-7680-B733-5A497210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064911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EFF2-C20E-F920-8CD9-F976324B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FCEA7-24D9-D5DC-C977-375463206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CC4D3-B485-2A8D-BCF7-F3BAC5F1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DB089-D6C5-1314-9322-0562E592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57239-F72A-B3B9-4251-D09071CF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49622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FB015-28AB-C2F6-BF24-7B41FC5C4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C4992-6315-8134-344F-FBC543F69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BBA65-F8D1-924C-C2F9-7A3F3711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9CD2E-031C-46D2-1A49-7115D893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EE953-6330-21D1-00CB-7FC8C895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132407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1FA4E-E385-847C-AE6D-230355D6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B839E-C7CC-BF9A-55C1-AD77C38C5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0ABAE-69DA-E883-5ADB-EB9AC96D0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6B45D-D98F-4A32-A567-4AE2A91459D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2FF5B-BFA7-55B6-6151-5B263570E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7B8DA-67AF-B29B-FC1D-2E0669688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C1A59F-BCA0-79F1-6F87-079182BCC73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4763"/>
            <a:ext cx="977900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585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7">
            <a:extLst>
              <a:ext uri="{FF2B5EF4-FFF2-40B4-BE49-F238E27FC236}">
                <a16:creationId xmlns:a16="http://schemas.microsoft.com/office/drawing/2014/main" id="{5ECCA89E-3666-CEB9-DEEF-AE7D0C9A09DE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FBF8A5A-16C3-CB90-D555-97EC04487BDB}"/>
              </a:ext>
            </a:extLst>
          </p:cNvPr>
          <p:cNvSpPr txBox="1"/>
          <p:nvPr/>
        </p:nvSpPr>
        <p:spPr>
          <a:xfrm>
            <a:off x="1455575" y="0"/>
            <a:ext cx="1039177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Business </a:t>
            </a:r>
            <a:r>
              <a:rPr kumimoji="0" lang="nl-NL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Metric</a:t>
            </a: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nl-NL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Visualisation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pic>
        <p:nvPicPr>
          <p:cNvPr id="3" name="Picture 4" descr="Wat is Power BI en hoe maak ik dashboards? - School of Data Science">
            <a:extLst>
              <a:ext uri="{FF2B5EF4-FFF2-40B4-BE49-F238E27FC236}">
                <a16:creationId xmlns:a16="http://schemas.microsoft.com/office/drawing/2014/main" id="{99D7ADBA-C290-332D-9A49-314D90EF2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68" y="643831"/>
            <a:ext cx="11165632" cy="6214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1802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CD2F944-88DB-C3A7-45F7-E30B87964246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Na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vandaag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7ED165F3-95C7-4DFE-96C3-50E651F0E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490D3E-EF89-C010-3F4B-F601B3E08A37}"/>
              </a:ext>
            </a:extLst>
          </p:cNvPr>
          <p:cNvSpPr txBox="1"/>
          <p:nvPr/>
        </p:nvSpPr>
        <p:spPr>
          <a:xfrm>
            <a:off x="3469908" y="683609"/>
            <a:ext cx="1917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Weet/ken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EF7E7-CD2F-7741-9C29-123FB8D93DDC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0320AE-CE57-9D64-F411-B113070D2BCC}"/>
              </a:ext>
            </a:extLst>
          </p:cNvPr>
          <p:cNvSpPr txBox="1"/>
          <p:nvPr/>
        </p:nvSpPr>
        <p:spPr>
          <a:xfrm>
            <a:off x="5808945" y="2475078"/>
            <a:ext cx="136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 + WC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A359608D-0FAD-B299-A99E-0045AC94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945" y="3126777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6">
            <a:extLst>
              <a:ext uri="{FF2B5EF4-FFF2-40B4-BE49-F238E27FC236}">
                <a16:creationId xmlns:a16="http://schemas.microsoft.com/office/drawing/2014/main" id="{74C6448F-E135-BE86-5418-2013B706AF47}"/>
              </a:ext>
            </a:extLst>
          </p:cNvPr>
          <p:cNvSpPr txBox="1"/>
          <p:nvPr/>
        </p:nvSpPr>
        <p:spPr>
          <a:xfrm>
            <a:off x="2760918" y="1550814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interacties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zijn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Power BI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waarom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ze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of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juist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zou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zetten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3733150C-5EC8-3EAB-F0BE-62B8F2436513}"/>
              </a:ext>
            </a:extLst>
          </p:cNvPr>
          <p:cNvSpPr txBox="1"/>
          <p:nvPr/>
        </p:nvSpPr>
        <p:spPr>
          <a:xfrm>
            <a:off x="1699236" y="3390188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 de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verschillende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filterniveaus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/-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manieren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zijn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Power BI</a:t>
            </a: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246A190D-D2FC-F0F8-8D3B-2FE324F07D58}"/>
              </a:ext>
            </a:extLst>
          </p:cNvPr>
          <p:cNvSpPr txBox="1"/>
          <p:nvPr/>
        </p:nvSpPr>
        <p:spPr>
          <a:xfrm>
            <a:off x="2473863" y="5478400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 een </a:t>
            </a:r>
            <a:r>
              <a:rPr lang="nl-NL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</a:t>
            </a: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-down/hiërarchie is in Power BI en wanneer je deze gebruikt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E0271208-A1AD-D3AE-2063-E369E8BD31B4}"/>
              </a:ext>
            </a:extLst>
          </p:cNvPr>
          <p:cNvSpPr txBox="1"/>
          <p:nvPr/>
        </p:nvSpPr>
        <p:spPr>
          <a:xfrm>
            <a:off x="7177043" y="1739742"/>
            <a:ext cx="321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visualiseren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Power BI</a:t>
            </a: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46F7F8EC-D2C6-1524-B830-2CE9C19CCA74}"/>
              </a:ext>
            </a:extLst>
          </p:cNvPr>
          <p:cNvSpPr txBox="1"/>
          <p:nvPr/>
        </p:nvSpPr>
        <p:spPr>
          <a:xfrm>
            <a:off x="7806502" y="2999812"/>
            <a:ext cx="3213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Interacties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uitzetten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Power BI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5D0780F7-5220-D0EB-F041-89020E249C6C}"/>
              </a:ext>
            </a:extLst>
          </p:cNvPr>
          <p:cNvSpPr txBox="1"/>
          <p:nvPr/>
        </p:nvSpPr>
        <p:spPr>
          <a:xfrm>
            <a:off x="7806501" y="4431760"/>
            <a:ext cx="3213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verschillende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manieren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Power BI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48671C3A-E1FD-FC1C-F861-150BD99845E8}"/>
              </a:ext>
            </a:extLst>
          </p:cNvPr>
          <p:cNvSpPr txBox="1"/>
          <p:nvPr/>
        </p:nvSpPr>
        <p:spPr>
          <a:xfrm>
            <a:off x="6947686" y="5863709"/>
            <a:ext cx="3213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</a:t>
            </a: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-downs/hiërarchieën aanbrengen in Power BI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7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4" grpId="0"/>
      <p:bldP spid="8" grpId="0"/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3920D-B348-B51A-80B7-10DF17B6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8ADB5FE-43FE-7815-3FAA-6AE922761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973" y="818010"/>
            <a:ext cx="11203710" cy="6039989"/>
          </a:xfrm>
          <a:prstGeom prst="rect">
            <a:avLst/>
          </a:prstGeom>
        </p:spPr>
      </p:pic>
      <p:sp>
        <p:nvSpPr>
          <p:cNvPr id="6" name="Tekstvak 7">
            <a:extLst>
              <a:ext uri="{FF2B5EF4-FFF2-40B4-BE49-F238E27FC236}">
                <a16:creationId xmlns:a16="http://schemas.microsoft.com/office/drawing/2014/main" id="{99E5BAC7-C42F-0A7C-12F1-16D3BF3488F2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F5C9B4E7-3D84-F96A-2161-8E2444DF016B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Data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visualiseren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(1/2)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24E57D59-4C67-27C6-034F-7F3BD4D466C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95C181C-9D29-D1CF-E2FC-F41C996DC689}"/>
              </a:ext>
            </a:extLst>
          </p:cNvPr>
          <p:cNvSpPr/>
          <p:nvPr/>
        </p:nvSpPr>
        <p:spPr>
          <a:xfrm>
            <a:off x="981973" y="861049"/>
            <a:ext cx="316635" cy="3063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A7608A-7ABE-8F6B-CE80-1548825F058E}"/>
              </a:ext>
            </a:extLst>
          </p:cNvPr>
          <p:cNvSpPr/>
          <p:nvPr/>
        </p:nvSpPr>
        <p:spPr>
          <a:xfrm>
            <a:off x="9522828" y="1447800"/>
            <a:ext cx="380102" cy="41149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C3D7AE-D966-C294-9D1C-E055F8B55FDF}"/>
              </a:ext>
            </a:extLst>
          </p:cNvPr>
          <p:cNvSpPr/>
          <p:nvPr/>
        </p:nvSpPr>
        <p:spPr>
          <a:xfrm>
            <a:off x="10068892" y="1447800"/>
            <a:ext cx="380102" cy="41149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367B31-7179-B46A-ABD1-CCC82ED6E423}"/>
              </a:ext>
            </a:extLst>
          </p:cNvPr>
          <p:cNvSpPr/>
          <p:nvPr/>
        </p:nvSpPr>
        <p:spPr>
          <a:xfrm>
            <a:off x="9456221" y="4587207"/>
            <a:ext cx="1465883" cy="133734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4402DF-8E7C-9497-03B7-7CDFD2B3D450}"/>
              </a:ext>
            </a:extLst>
          </p:cNvPr>
          <p:cNvSpPr/>
          <p:nvPr/>
        </p:nvSpPr>
        <p:spPr>
          <a:xfrm>
            <a:off x="11070821" y="3539457"/>
            <a:ext cx="1114862" cy="186121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5CF919-2734-8512-5986-3EAB8015F410}"/>
              </a:ext>
            </a:extLst>
          </p:cNvPr>
          <p:cNvSpPr/>
          <p:nvPr/>
        </p:nvSpPr>
        <p:spPr>
          <a:xfrm>
            <a:off x="9748840" y="1970381"/>
            <a:ext cx="320052" cy="2934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10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405C5-2107-BFB9-D33A-DE4736285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0B0C4E40-B6CF-0DEF-529F-FD7E37718304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6DE76AE-3419-5D1B-BA22-E26E13C42598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Data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visualiseren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(2/2)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6AF628EC-9961-7710-F023-142D14173379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E615641-AA42-102B-7BFD-530E86A4A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849263"/>
            <a:ext cx="11203710" cy="60087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F543FE1-9C4B-B2B7-1B5D-D7F5A3971867}"/>
              </a:ext>
            </a:extLst>
          </p:cNvPr>
          <p:cNvSpPr/>
          <p:nvPr/>
        </p:nvSpPr>
        <p:spPr>
          <a:xfrm>
            <a:off x="9272590" y="2263806"/>
            <a:ext cx="320052" cy="2934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34233C-C7F8-E0A5-1343-8DC811E2562B}"/>
              </a:ext>
            </a:extLst>
          </p:cNvPr>
          <p:cNvSpPr/>
          <p:nvPr/>
        </p:nvSpPr>
        <p:spPr>
          <a:xfrm>
            <a:off x="10725150" y="3429000"/>
            <a:ext cx="1460533" cy="3429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92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B5584-983B-E361-D0A3-B0D55D745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50C025BE-6ACF-B42F-D66C-02E18097DFE4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pic>
        <p:nvPicPr>
          <p:cNvPr id="2050" name="Picture 2" descr="Demo - Applied Post">
            <a:extLst>
              <a:ext uri="{FF2B5EF4-FFF2-40B4-BE49-F238E27FC236}">
                <a16:creationId xmlns:a16="http://schemas.microsoft.com/office/drawing/2014/main" id="{C76F1855-60E6-4ECF-9CEE-AE88936E0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47" y="371475"/>
            <a:ext cx="11188953" cy="637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902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16E3C-4C3F-4CB1-FA4B-26723B768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AB7D8292-DE25-4ABA-92BF-14826BCCC2E3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CE0C73AC-ACF7-998C-C1A8-617D00F9E726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Interacties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herkennen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E5F814E6-DB34-82CE-A315-90064045742B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E69BEAD-6FEC-3596-A2EF-4D36F3B83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901254"/>
            <a:ext cx="11203710" cy="59567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D79B9C-1ADA-E294-57E7-5914407EB3DF}"/>
              </a:ext>
            </a:extLst>
          </p:cNvPr>
          <p:cNvSpPr txBox="1"/>
          <p:nvPr/>
        </p:nvSpPr>
        <p:spPr>
          <a:xfrm>
            <a:off x="1447800" y="901254"/>
            <a:ext cx="10744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 je in de staafgrafiek op “CAN” klikt, filter je alleen op Canada.</a:t>
            </a:r>
          </a:p>
          <a:p>
            <a:pPr algn="ctr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Maar… je filtert niet alleen de staafgrafiek zelf, maar óók de andere grafieken op dezelfde pagina!</a:t>
            </a:r>
          </a:p>
        </p:txBody>
      </p:sp>
    </p:spTree>
    <p:extLst>
      <p:ext uri="{BB962C8B-B14F-4D97-AF65-F5344CB8AC3E}">
        <p14:creationId xmlns:p14="http://schemas.microsoft.com/office/powerpoint/2010/main" val="53615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06877-6B06-0BED-00F9-4955D050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DBF22D39-70E8-3299-BCD7-BE0E860ED193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4155DDAB-FD62-EA00-F955-8A3347F63B18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Interacties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managen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D793F690-B3A3-2B7C-2FD2-C60C2A402269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AE24418-BD6D-D499-8F5B-ED7A6761E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88" y="923927"/>
            <a:ext cx="11203709" cy="59340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A375941-F84E-5D0F-D784-37ADB9841569}"/>
              </a:ext>
            </a:extLst>
          </p:cNvPr>
          <p:cNvSpPr/>
          <p:nvPr/>
        </p:nvSpPr>
        <p:spPr>
          <a:xfrm>
            <a:off x="988288" y="812800"/>
            <a:ext cx="783362" cy="8826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5FBA5C-1087-5005-36E5-A1F0CB2ED4E2}"/>
              </a:ext>
            </a:extLst>
          </p:cNvPr>
          <p:cNvSpPr/>
          <p:nvPr/>
        </p:nvSpPr>
        <p:spPr>
          <a:xfrm>
            <a:off x="11838324" y="2365375"/>
            <a:ext cx="229852" cy="3397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5A57D2-420A-A4BA-EE6C-9BC678697AFE}"/>
              </a:ext>
            </a:extLst>
          </p:cNvPr>
          <p:cNvSpPr txBox="1"/>
          <p:nvPr/>
        </p:nvSpPr>
        <p:spPr>
          <a:xfrm>
            <a:off x="7381874" y="901254"/>
            <a:ext cx="48101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 reageert de andere grafiek niet meer.</a:t>
            </a:r>
          </a:p>
          <a:p>
            <a:pPr algn="ctr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Mogelijk moet je grafieken even schuiven om deze grijze iconen in beeld te krijgen</a:t>
            </a:r>
          </a:p>
        </p:txBody>
      </p:sp>
    </p:spTree>
    <p:extLst>
      <p:ext uri="{BB962C8B-B14F-4D97-AF65-F5344CB8AC3E}">
        <p14:creationId xmlns:p14="http://schemas.microsoft.com/office/powerpoint/2010/main" val="3914988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62DEA-DF1A-4BEF-3CFE-6130D1C7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DC9C62F5-47B2-22C2-42AA-A0F704E937FC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pic>
        <p:nvPicPr>
          <p:cNvPr id="2050" name="Picture 2" descr="Demo - Applied Post">
            <a:extLst>
              <a:ext uri="{FF2B5EF4-FFF2-40B4-BE49-F238E27FC236}">
                <a16:creationId xmlns:a16="http://schemas.microsoft.com/office/drawing/2014/main" id="{02D214ED-0489-8F75-9C0D-098B9AEC1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47" y="371475"/>
            <a:ext cx="11188953" cy="637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4170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C6C53-30E8-411C-193E-5053C64E2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B633C232-CDDA-177F-C185-A34D37789AD2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57F0F098-051D-37F1-CA97-809DBD2AC721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nl-NL" sz="3000" b="1" dirty="0">
                <a:solidFill>
                  <a:srgbClr val="829C30"/>
                </a:solidFill>
                <a:latin typeface="Arial"/>
                <a:ea typeface="MS PGothic" charset="0"/>
              </a:rPr>
              <a:t>Filteren d.m.v. </a:t>
            </a:r>
            <a:r>
              <a:rPr lang="nl-NL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slicers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A49E904-9A8B-4122-8DE6-B6CB7A1F85CC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B5F9F23-3606-9A87-E131-6AC90EA2D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1359039"/>
            <a:ext cx="11203710" cy="54989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952EB93-B7FE-DC00-3046-25293CCDEDAC}"/>
              </a:ext>
            </a:extLst>
          </p:cNvPr>
          <p:cNvSpPr/>
          <p:nvPr/>
        </p:nvSpPr>
        <p:spPr>
          <a:xfrm>
            <a:off x="11088784" y="3259137"/>
            <a:ext cx="229852" cy="3397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B3DC5A-FD0B-D9C5-5640-D649FF000959}"/>
              </a:ext>
            </a:extLst>
          </p:cNvPr>
          <p:cNvSpPr txBox="1"/>
          <p:nvPr/>
        </p:nvSpPr>
        <p:spPr>
          <a:xfrm>
            <a:off x="988290" y="901254"/>
            <a:ext cx="11203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Ook bij </a:t>
            </a:r>
            <a:r>
              <a:rPr lang="nl-NL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slicers</a:t>
            </a: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interactiemanagement prima mogelijk</a:t>
            </a:r>
          </a:p>
        </p:txBody>
      </p:sp>
    </p:spTree>
    <p:extLst>
      <p:ext uri="{BB962C8B-B14F-4D97-AF65-F5344CB8AC3E}">
        <p14:creationId xmlns:p14="http://schemas.microsoft.com/office/powerpoint/2010/main" val="2332287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FE328-3B92-012A-8AE4-450CE0F82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4B74886E-462B-C5D3-08B3-F6549BECDE3F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FD2B34F0-82B5-24B6-BD06-7AEF6EFCB7D8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nl-NL" sz="3000" b="1" dirty="0">
                <a:solidFill>
                  <a:srgbClr val="829C30"/>
                </a:solidFill>
                <a:latin typeface="Arial"/>
                <a:ea typeface="MS PGothic" charset="0"/>
              </a:rPr>
              <a:t>Filteren d.m.v. </a:t>
            </a:r>
            <a:r>
              <a:rPr lang="nl-NL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visualisatiespecifieke</a:t>
            </a:r>
            <a:r>
              <a:rPr lang="nl-NL" sz="3000" b="1" dirty="0">
                <a:solidFill>
                  <a:srgbClr val="829C30"/>
                </a:solidFill>
                <a:latin typeface="Arial"/>
                <a:ea typeface="MS PGothic" charset="0"/>
              </a:rPr>
              <a:t> filters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CFAFC9E9-97A0-CAB4-90C4-93321970EEBC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4C9B5D1-698C-2FF1-2C35-A2E41EDD8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89" y="916107"/>
            <a:ext cx="11203711" cy="594189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19C7A7-392C-E2BB-50D6-876B1EF79AA2}"/>
              </a:ext>
            </a:extLst>
          </p:cNvPr>
          <p:cNvSpPr/>
          <p:nvPr/>
        </p:nvSpPr>
        <p:spPr>
          <a:xfrm>
            <a:off x="6611505" y="992524"/>
            <a:ext cx="2865870" cy="3397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7C9509-6352-00FA-ED4B-5F7FD9FCA01D}"/>
              </a:ext>
            </a:extLst>
          </p:cNvPr>
          <p:cNvSpPr/>
          <p:nvPr/>
        </p:nvSpPr>
        <p:spPr>
          <a:xfrm>
            <a:off x="6611505" y="3089275"/>
            <a:ext cx="2865870" cy="35496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6F9B1B-1EB0-D81C-0081-035BFC2E1925}"/>
              </a:ext>
            </a:extLst>
          </p:cNvPr>
          <p:cNvSpPr/>
          <p:nvPr/>
        </p:nvSpPr>
        <p:spPr>
          <a:xfrm>
            <a:off x="8000999" y="6299200"/>
            <a:ext cx="1476375" cy="3397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31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6A94A-8FDA-AF6C-ABB2-B59C4E572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4A4B72E-D4D0-95B1-33A9-492C45293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493" y="1514475"/>
            <a:ext cx="11047507" cy="5276848"/>
          </a:xfrm>
          <a:prstGeom prst="rect">
            <a:avLst/>
          </a:prstGeom>
        </p:spPr>
      </p:pic>
      <p:sp>
        <p:nvSpPr>
          <p:cNvPr id="6" name="Tekstvak 7">
            <a:extLst>
              <a:ext uri="{FF2B5EF4-FFF2-40B4-BE49-F238E27FC236}">
                <a16:creationId xmlns:a16="http://schemas.microsoft.com/office/drawing/2014/main" id="{F82F0B47-3990-5532-99A2-3BCC4803E522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80B79BC2-EA38-7EB5-F35F-850D91AA190E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nl-NL" sz="3000" b="1" dirty="0">
                <a:solidFill>
                  <a:srgbClr val="829C30"/>
                </a:solidFill>
                <a:latin typeface="Arial"/>
                <a:ea typeface="MS PGothic" charset="0"/>
              </a:rPr>
              <a:t>Filteren op paginaniveau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6EF8BCA9-40AE-A70E-370C-AF6DC7AFC8CC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73CAA56-BF43-3209-1121-B2CC19FCBDE9}"/>
              </a:ext>
            </a:extLst>
          </p:cNvPr>
          <p:cNvSpPr/>
          <p:nvPr/>
        </p:nvSpPr>
        <p:spPr>
          <a:xfrm>
            <a:off x="10096500" y="2657475"/>
            <a:ext cx="2095500" cy="10191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8FCC7F-CB0B-8704-FF46-C44C593BF05F}"/>
              </a:ext>
            </a:extLst>
          </p:cNvPr>
          <p:cNvSpPr/>
          <p:nvPr/>
        </p:nvSpPr>
        <p:spPr>
          <a:xfrm>
            <a:off x="10096498" y="3945274"/>
            <a:ext cx="2095501" cy="28460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AD5E4E-D587-BD3E-63AE-1A5CA8C787FC}"/>
              </a:ext>
            </a:extLst>
          </p:cNvPr>
          <p:cNvSpPr txBox="1"/>
          <p:nvPr/>
        </p:nvSpPr>
        <p:spPr>
          <a:xfrm>
            <a:off x="988290" y="901254"/>
            <a:ext cx="11203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Filters kunnen ook op een hele pagina, of zelfs meerdere pagina’s toegepast worden</a:t>
            </a:r>
          </a:p>
        </p:txBody>
      </p:sp>
    </p:spTree>
    <p:extLst>
      <p:ext uri="{BB962C8B-B14F-4D97-AF65-F5344CB8AC3E}">
        <p14:creationId xmlns:p14="http://schemas.microsoft.com/office/powerpoint/2010/main" val="2008695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FF072-FECE-2DCE-B872-BDB0058C1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8ABD57E2-4BEB-0342-E1F7-8EB4B66971DC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pic>
        <p:nvPicPr>
          <p:cNvPr id="2050" name="Picture 2" descr="Demo - Applied Post">
            <a:extLst>
              <a:ext uri="{FF2B5EF4-FFF2-40B4-BE49-F238E27FC236}">
                <a16:creationId xmlns:a16="http://schemas.microsoft.com/office/drawing/2014/main" id="{94A19557-9893-373F-BADE-D5BE6FEDE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47" y="371475"/>
            <a:ext cx="11188953" cy="637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1547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D54D8-A5DB-317D-DA8D-A31534358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666C4D2F-E0AC-746A-30DA-AA24C8984EC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7ED8A828-8E31-E9FB-3CC6-1D28DDDFF3FB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nl-NL" sz="3000" b="1" dirty="0">
                <a:solidFill>
                  <a:srgbClr val="829C30"/>
                </a:solidFill>
                <a:latin typeface="Arial"/>
                <a:ea typeface="MS PGothic" charset="0"/>
              </a:rPr>
              <a:t>Hiërarchieën aanmaken (1/2)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06D6F9D3-0DFD-3391-2671-EE22DD91FCC7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9BEB7C4-CEB5-E81E-DB9C-5BEBC034EE59}"/>
              </a:ext>
            </a:extLst>
          </p:cNvPr>
          <p:cNvSpPr txBox="1"/>
          <p:nvPr/>
        </p:nvSpPr>
        <p:spPr>
          <a:xfrm>
            <a:off x="988290" y="901254"/>
            <a:ext cx="112037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 je via “globale attributen” door wilt kunnen klikken naar “gedetailleerde attributen”?  Gebruik hiërarchieën! </a:t>
            </a:r>
          </a:p>
          <a:p>
            <a:pPr algn="ctr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Voorbeelden: productgroep -&gt; product, stad -&gt; adres, bedrijf -&gt; werknemer, enzovoort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D499F8-44F1-B238-6747-E5CCBC06A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1769586"/>
            <a:ext cx="11217612" cy="50122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1E59AFC-AB11-0F39-035A-DB6949BDFC3F}"/>
              </a:ext>
            </a:extLst>
          </p:cNvPr>
          <p:cNvSpPr/>
          <p:nvPr/>
        </p:nvSpPr>
        <p:spPr>
          <a:xfrm>
            <a:off x="3152774" y="1664920"/>
            <a:ext cx="238125" cy="4401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0F9ECF-0607-54E3-617D-CCCBA613159B}"/>
              </a:ext>
            </a:extLst>
          </p:cNvPr>
          <p:cNvSpPr/>
          <p:nvPr/>
        </p:nvSpPr>
        <p:spPr>
          <a:xfrm>
            <a:off x="3038475" y="2327027"/>
            <a:ext cx="904875" cy="44547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573466-1288-707C-5034-4E226840E9A1}"/>
              </a:ext>
            </a:extLst>
          </p:cNvPr>
          <p:cNvSpPr/>
          <p:nvPr/>
        </p:nvSpPr>
        <p:spPr>
          <a:xfrm>
            <a:off x="10591799" y="5516639"/>
            <a:ext cx="1614103" cy="10460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40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6EE13-EA52-CD64-DE5D-4CCDD04A8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5053472D-0619-425D-5584-CD0C3360C584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090344B5-AF8C-AF0C-5B0E-DFCA38872659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nl-NL" sz="3000" b="1" dirty="0">
                <a:solidFill>
                  <a:srgbClr val="829C30"/>
                </a:solidFill>
                <a:latin typeface="Arial"/>
                <a:ea typeface="MS PGothic" charset="0"/>
              </a:rPr>
              <a:t>Hiërarchieën aanmaken (2/2)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68CD3BBD-9484-EC0E-FC48-F974CA258F92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6362528-B0E4-AD47-274D-A062CB639C54}"/>
              </a:ext>
            </a:extLst>
          </p:cNvPr>
          <p:cNvSpPr txBox="1"/>
          <p:nvPr/>
        </p:nvSpPr>
        <p:spPr>
          <a:xfrm>
            <a:off x="988290" y="901254"/>
            <a:ext cx="112037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 je via “globale attributen” door wilt kunnen klikken naar “gedetailleerde attributen”?  Gebruik hiërarchieën! </a:t>
            </a:r>
          </a:p>
          <a:p>
            <a:pPr algn="ctr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Voorbeelden: productgroep -&gt; product, stad -&gt; adres, bedrijf -&gt; werknemer, enzovoort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9FF21D-E5EF-4833-0C72-CB7B02347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1769586"/>
            <a:ext cx="11217612" cy="50122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1D158C-EB9F-6D1F-D81C-3DA7C9C5E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290" y="2006460"/>
            <a:ext cx="3840885" cy="485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3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E5121-F67D-09D9-76A6-9FE915F57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075985A6-2E81-BCCC-37AC-B0010A2DD2D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pic>
        <p:nvPicPr>
          <p:cNvPr id="2050" name="Picture 2" descr="Demo - Applied Post">
            <a:extLst>
              <a:ext uri="{FF2B5EF4-FFF2-40B4-BE49-F238E27FC236}">
                <a16:creationId xmlns:a16="http://schemas.microsoft.com/office/drawing/2014/main" id="{CC2690EC-04AD-41A6-3F7B-5735C11E8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47" y="371475"/>
            <a:ext cx="11188953" cy="637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104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00250-85E5-2587-B978-5AA64AE13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20897-3FB6-3410-EF8C-9B378C282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16</a:t>
            </a:fld>
            <a:endParaRPr lang="nl-NL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BF0217F-FAB8-0BB3-BE82-1D4C3576C7F6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Na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vandaag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EC590522-1496-122B-8150-97575370981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E90615A5-6FAA-1FE8-C291-41624A5E9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516657C-1792-632C-8E3C-F9FFDD27BA35}"/>
              </a:ext>
            </a:extLst>
          </p:cNvPr>
          <p:cNvSpPr txBox="1"/>
          <p:nvPr/>
        </p:nvSpPr>
        <p:spPr>
          <a:xfrm>
            <a:off x="3469908" y="683609"/>
            <a:ext cx="1917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Weet/ken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DF0DF8-FD93-076D-B5FE-3076DC5CE07C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9C5507-DB9D-751D-04EF-17BDCD49B572}"/>
              </a:ext>
            </a:extLst>
          </p:cNvPr>
          <p:cNvSpPr txBox="1"/>
          <p:nvPr/>
        </p:nvSpPr>
        <p:spPr>
          <a:xfrm>
            <a:off x="5808945" y="2475078"/>
            <a:ext cx="136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 + WC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18AE6BE7-0E96-6933-373D-FE415A23E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945" y="3126777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6">
            <a:extLst>
              <a:ext uri="{FF2B5EF4-FFF2-40B4-BE49-F238E27FC236}">
                <a16:creationId xmlns:a16="http://schemas.microsoft.com/office/drawing/2014/main" id="{B3906AAD-EB84-A31B-B062-869B24D29435}"/>
              </a:ext>
            </a:extLst>
          </p:cNvPr>
          <p:cNvSpPr txBox="1"/>
          <p:nvPr/>
        </p:nvSpPr>
        <p:spPr>
          <a:xfrm>
            <a:off x="2760918" y="1550814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interacties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zijn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Power BI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waarom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ze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of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juist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zou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zetten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91E7F8CA-A125-FB5D-777A-0976649AC500}"/>
              </a:ext>
            </a:extLst>
          </p:cNvPr>
          <p:cNvSpPr txBox="1"/>
          <p:nvPr/>
        </p:nvSpPr>
        <p:spPr>
          <a:xfrm>
            <a:off x="1699236" y="3390188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 de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verschillende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filterniveaus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/-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manieren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zijn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Power BI</a:t>
            </a: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0F3103FF-4965-A978-338B-4BA434E24EE0}"/>
              </a:ext>
            </a:extLst>
          </p:cNvPr>
          <p:cNvSpPr txBox="1"/>
          <p:nvPr/>
        </p:nvSpPr>
        <p:spPr>
          <a:xfrm>
            <a:off x="2473863" y="5478400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 een </a:t>
            </a:r>
            <a:r>
              <a:rPr lang="nl-NL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</a:t>
            </a: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-down/hiërarchie is in Power BI en wanneer je deze gebruikt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DAA32EEC-12B6-8B18-A9B6-10642EC326F0}"/>
              </a:ext>
            </a:extLst>
          </p:cNvPr>
          <p:cNvSpPr txBox="1"/>
          <p:nvPr/>
        </p:nvSpPr>
        <p:spPr>
          <a:xfrm>
            <a:off x="7177043" y="1739742"/>
            <a:ext cx="321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visualiseren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Power BI</a:t>
            </a: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05457693-792C-0247-8ACF-5B17F24B12BA}"/>
              </a:ext>
            </a:extLst>
          </p:cNvPr>
          <p:cNvSpPr txBox="1"/>
          <p:nvPr/>
        </p:nvSpPr>
        <p:spPr>
          <a:xfrm>
            <a:off x="7806502" y="2999812"/>
            <a:ext cx="3213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Interacties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uitzetten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Power BI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4E1F957C-9C52-E354-4F64-5BE67F852B4A}"/>
              </a:ext>
            </a:extLst>
          </p:cNvPr>
          <p:cNvSpPr txBox="1"/>
          <p:nvPr/>
        </p:nvSpPr>
        <p:spPr>
          <a:xfrm>
            <a:off x="7806501" y="4431760"/>
            <a:ext cx="3213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verschillende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manieren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Power BI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6F4C43BF-3ED4-9887-412E-F55F8FDC697F}"/>
              </a:ext>
            </a:extLst>
          </p:cNvPr>
          <p:cNvSpPr txBox="1"/>
          <p:nvPr/>
        </p:nvSpPr>
        <p:spPr>
          <a:xfrm>
            <a:off x="6947686" y="5863709"/>
            <a:ext cx="3213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</a:t>
            </a: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-downs/hiërarchieën aanbrengen in Power BI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70585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f5a426-4411-422f-b9c8-9b9c919dd02d">
      <Terms xmlns="http://schemas.microsoft.com/office/infopath/2007/PartnerControls"/>
    </lcf76f155ced4ddcb4097134ff3c332f>
    <TaxCatchAll xmlns="d11bdb94-d558-4ffe-a4b0-092cbde2148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69D13FFC5C7A4C8E8F8F4D202D83D0" ma:contentTypeVersion="16" ma:contentTypeDescription="Een nieuw document maken." ma:contentTypeScope="" ma:versionID="b2ec890ea17184f49c4a58d4bd1095a2">
  <xsd:schema xmlns:xsd="http://www.w3.org/2001/XMLSchema" xmlns:xs="http://www.w3.org/2001/XMLSchema" xmlns:p="http://schemas.microsoft.com/office/2006/metadata/properties" xmlns:ns2="32f5a426-4411-422f-b9c8-9b9c919dd02d" xmlns:ns3="597a471e-0b75-4fc5-bc4a-75c43d0a6ad2" xmlns:ns4="d11bdb94-d558-4ffe-a4b0-092cbde21480" targetNamespace="http://schemas.microsoft.com/office/2006/metadata/properties" ma:root="true" ma:fieldsID="f90993f1e063ba2c6886d3a92126f3a0" ns2:_="" ns3:_="" ns4:_="">
    <xsd:import namespace="32f5a426-4411-422f-b9c8-9b9c919dd02d"/>
    <xsd:import namespace="597a471e-0b75-4fc5-bc4a-75c43d0a6ad2"/>
    <xsd:import namespace="d11bdb94-d558-4ffe-a4b0-092cbde214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a426-4411-422f-b9c8-9b9c919dd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9cfe35b6-4a65-43a7-bc9f-cf1ea54c8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7a471e-0b75-4fc5-bc4a-75c43d0a6ad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1bdb94-d558-4ffe-a4b0-092cbde2148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26a33bc-5304-44c1-9510-c7646694e7db}" ma:internalName="TaxCatchAll" ma:showField="CatchAllData" ma:web="597a471e-0b75-4fc5-bc4a-75c43d0a6a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EBCDBB-E4E3-4523-9380-0D25C9F15902}">
  <ds:schemaRefs>
    <ds:schemaRef ds:uri="http://purl.org/dc/elements/1.1/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d11bdb94-d558-4ffe-a4b0-092cbde21480"/>
    <ds:schemaRef ds:uri="597a471e-0b75-4fc5-bc4a-75c43d0a6ad2"/>
    <ds:schemaRef ds:uri="32f5a426-4411-422f-b9c8-9b9c919dd02d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2A505CF-29A5-4FA3-9E2E-509EBC2910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474E46-4982-42EF-9BB5-0900F8696C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5a426-4411-422f-b9c8-9b9c919dd02d"/>
    <ds:schemaRef ds:uri="597a471e-0b75-4fc5-bc4a-75c43d0a6ad2"/>
    <ds:schemaRef ds:uri="d11bdb94-d558-4ffe-a4b0-092cbde214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2586b9b-f867-4b3c-9363-5b435c5dbc45}" enabled="0" method="" siteId="{a2586b9b-f867-4b3c-9363-5b435c5dbc4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4564</TotalTime>
  <Words>422</Words>
  <Application>Microsoft Office PowerPoint</Application>
  <PresentationFormat>Widescreen</PresentationFormat>
  <Paragraphs>74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van Barneveld</dc:creator>
  <cp:lastModifiedBy>Jelle van Barneveld</cp:lastModifiedBy>
  <cp:revision>3</cp:revision>
  <dcterms:created xsi:type="dcterms:W3CDTF">2025-06-10T10:44:22Z</dcterms:created>
  <dcterms:modified xsi:type="dcterms:W3CDTF">2026-04-02T06:46:54Z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0x0101007769D13FFC5C7A4C8E8F8F4D202D83D0</vt:lpwstr>
  </property>
  <property fmtid="{D5CDD505-2E9C-101B-9397-08002B2CF9AE}" pid="3" name="MediaServiceImageTags">
    <vt:lpwstr/>
  </property>
</Properties>
</file>